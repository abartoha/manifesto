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9"/>
  </p:notesMasterIdLst>
  <p:sldIdLst>
    <p:sldId id="256" r:id="rId2"/>
    <p:sldId id="292" r:id="rId3"/>
    <p:sldId id="257" r:id="rId4"/>
    <p:sldId id="259" r:id="rId5"/>
    <p:sldId id="261" r:id="rId6"/>
    <p:sldId id="263" r:id="rId7"/>
    <p:sldId id="265" r:id="rId8"/>
    <p:sldId id="264" r:id="rId9"/>
    <p:sldId id="262" r:id="rId10"/>
    <p:sldId id="266" r:id="rId11"/>
    <p:sldId id="267" r:id="rId12"/>
    <p:sldId id="268" r:id="rId13"/>
    <p:sldId id="269" r:id="rId14"/>
    <p:sldId id="270" r:id="rId15"/>
    <p:sldId id="291" r:id="rId16"/>
    <p:sldId id="285" r:id="rId17"/>
    <p:sldId id="286" r:id="rId18"/>
    <p:sldId id="287" r:id="rId19"/>
    <p:sldId id="288" r:id="rId20"/>
    <p:sldId id="289" r:id="rId21"/>
    <p:sldId id="290" r:id="rId22"/>
    <p:sldId id="284" r:id="rId23"/>
    <p:sldId id="258" r:id="rId24"/>
    <p:sldId id="271" r:id="rId25"/>
    <p:sldId id="277" r:id="rId26"/>
    <p:sldId id="276" r:id="rId27"/>
    <p:sldId id="275" r:id="rId28"/>
    <p:sldId id="278" r:id="rId29"/>
    <p:sldId id="274" r:id="rId30"/>
    <p:sldId id="272" r:id="rId31"/>
    <p:sldId id="281" r:id="rId32"/>
    <p:sldId id="282" r:id="rId33"/>
    <p:sldId id="283" r:id="rId34"/>
    <p:sldId id="273" r:id="rId35"/>
    <p:sldId id="279" r:id="rId36"/>
    <p:sldId id="280" r:id="rId37"/>
    <p:sldId id="295"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91FD7C-09FB-47C9-8E59-335E80967C2B}" type="datetimeFigureOut">
              <a:rPr lang="en-US" smtClean="0"/>
              <a:pPr/>
              <a:t>9/12/2021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0F8EE9-E9D8-461B-967C-39B181A82E2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কম্পিউটরে</a:t>
            </a:r>
            <a:r>
              <a:rPr lang="en-US" dirty="0" smtClean="0"/>
              <a:t> </a:t>
            </a:r>
            <a:r>
              <a:rPr lang="en-US" dirty="0" err="1" smtClean="0"/>
              <a:t>বাংলা</a:t>
            </a:r>
            <a:r>
              <a:rPr lang="en-US" baseline="0" dirty="0" smtClean="0"/>
              <a:t> </a:t>
            </a:r>
            <a:r>
              <a:rPr lang="en-US" baseline="0" dirty="0" err="1" smtClean="0"/>
              <a:t>লেখা</a:t>
            </a:r>
            <a:r>
              <a:rPr lang="en-US" baseline="0" dirty="0" smtClean="0"/>
              <a:t> </a:t>
            </a:r>
            <a:r>
              <a:rPr lang="en-US" baseline="0" dirty="0" err="1" smtClean="0"/>
              <a:t>যে</a:t>
            </a:r>
            <a:r>
              <a:rPr lang="en-US" baseline="0" dirty="0" smtClean="0"/>
              <a:t> </a:t>
            </a:r>
            <a:r>
              <a:rPr lang="en-US" baseline="0" dirty="0" err="1" smtClean="0"/>
              <a:t>কি</a:t>
            </a:r>
            <a:r>
              <a:rPr lang="en-US" baseline="0" dirty="0" smtClean="0"/>
              <a:t> </a:t>
            </a:r>
            <a:r>
              <a:rPr lang="en-US" baseline="0" dirty="0" err="1" smtClean="0"/>
              <a:t>কষ্ট</a:t>
            </a:r>
            <a:r>
              <a:rPr lang="en-US" baseline="0" dirty="0" smtClean="0"/>
              <a:t> </a:t>
            </a:r>
            <a:r>
              <a:rPr lang="en-US" baseline="0" dirty="0" err="1" smtClean="0"/>
              <a:t>লাগে</a:t>
            </a:r>
            <a:r>
              <a:rPr lang="en-US" baseline="0" dirty="0" smtClean="0"/>
              <a:t> </a:t>
            </a:r>
            <a:r>
              <a:rPr lang="en-US" baseline="0" dirty="0" err="1" smtClean="0"/>
              <a:t>মাঝে</a:t>
            </a:r>
            <a:r>
              <a:rPr lang="en-US" baseline="0" dirty="0" smtClean="0"/>
              <a:t> </a:t>
            </a:r>
            <a:r>
              <a:rPr lang="en-US" baseline="0" dirty="0" err="1" smtClean="0"/>
              <a:t>মাঝে</a:t>
            </a:r>
            <a:r>
              <a:rPr lang="en-US" baseline="0" dirty="0" smtClean="0"/>
              <a:t>! </a:t>
            </a:r>
            <a:r>
              <a:rPr lang="en-US" baseline="0" dirty="0" err="1" smtClean="0"/>
              <a:t>ধুর</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700F8EE9-E9D8-461B-967C-39B181A82E2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smtClean="0"/>
              <a:t>হয়তো</a:t>
            </a:r>
            <a:r>
              <a:rPr lang="en-US" baseline="0" dirty="0" smtClean="0"/>
              <a:t> </a:t>
            </a:r>
            <a:r>
              <a:rPr lang="en-US" baseline="0" dirty="0" err="1" smtClean="0"/>
              <a:t>তোমার</a:t>
            </a:r>
            <a:r>
              <a:rPr lang="en-US" baseline="0" dirty="0" smtClean="0"/>
              <a:t> </a:t>
            </a:r>
            <a:r>
              <a:rPr lang="en-US" baseline="0" dirty="0" err="1" smtClean="0"/>
              <a:t>লাগবে</a:t>
            </a:r>
            <a:r>
              <a:rPr lang="en-US" baseline="0" dirty="0" smtClean="0"/>
              <a:t> </a:t>
            </a:r>
            <a:r>
              <a:rPr lang="en-US" baseline="0" dirty="0" err="1" smtClean="0"/>
              <a:t>না</a:t>
            </a:r>
            <a:r>
              <a:rPr lang="en-US" baseline="0" dirty="0" smtClean="0"/>
              <a:t> </a:t>
            </a:r>
            <a:r>
              <a:rPr lang="en-US" baseline="0" dirty="0" err="1" smtClean="0"/>
              <a:t>কিন্তু</a:t>
            </a:r>
            <a:r>
              <a:rPr lang="en-US" baseline="0" dirty="0" smtClean="0"/>
              <a:t> </a:t>
            </a:r>
            <a:r>
              <a:rPr lang="en-US" baseline="0" dirty="0" err="1" smtClean="0"/>
              <a:t>যার</a:t>
            </a:r>
            <a:r>
              <a:rPr lang="en-US" baseline="0" dirty="0" smtClean="0"/>
              <a:t> </a:t>
            </a:r>
            <a:r>
              <a:rPr lang="en-US" baseline="0" dirty="0" err="1" smtClean="0"/>
              <a:t>লাগবে</a:t>
            </a:r>
            <a:r>
              <a:rPr lang="en-US" baseline="0" dirty="0" smtClean="0"/>
              <a:t> </a:t>
            </a:r>
            <a:r>
              <a:rPr lang="en-US" baseline="0" dirty="0" err="1" smtClean="0"/>
              <a:t>সে</a:t>
            </a:r>
            <a:r>
              <a:rPr lang="en-US" baseline="0" dirty="0" smtClean="0"/>
              <a:t> </a:t>
            </a:r>
            <a:r>
              <a:rPr lang="en-US" baseline="0" dirty="0" err="1" smtClean="0"/>
              <a:t>দেখে</a:t>
            </a:r>
            <a:r>
              <a:rPr lang="en-US" baseline="0" dirty="0" smtClean="0"/>
              <a:t> </a:t>
            </a:r>
            <a:r>
              <a:rPr lang="en-US" baseline="0" dirty="0" err="1" smtClean="0"/>
              <a:t>নেবে</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700F8EE9-E9D8-461B-967C-39B181A82E27}"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22</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23</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24</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26</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27</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28</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29</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30</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0F8EE9-E9D8-461B-967C-39B181A82E27}" type="slidenum">
              <a:rPr lang="en-US" smtClean="0"/>
              <a:pPr/>
              <a:t>34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68068F6D-4F15-4633-82D7-755CA3F0E662}" type="datetimeFigureOut">
              <a:rPr lang="en-US" smtClean="0"/>
              <a:pPr/>
              <a:t>9/12/2021</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D2F0B58B-AB96-4E77-A1F5-55EFA84314F6}"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8068F6D-4F15-4633-82D7-755CA3F0E662}" type="datetimeFigureOut">
              <a:rPr lang="en-US" smtClean="0"/>
              <a:pPr/>
              <a:t>9/12/2021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D2F0B58B-AB96-4E77-A1F5-55EFA84314F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68068F6D-4F15-4633-82D7-755CA3F0E662}" type="datetimeFigureOut">
              <a:rPr lang="en-US" smtClean="0"/>
              <a:pPr/>
              <a:t>9/12/2021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D2F0B58B-AB96-4E77-A1F5-55EFA84314F6}"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8068F6D-4F15-4633-82D7-755CA3F0E662}" type="datetimeFigureOut">
              <a:rPr lang="en-US" smtClean="0"/>
              <a:pPr/>
              <a:t>9/12/2021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D2F0B58B-AB96-4E77-A1F5-55EFA84314F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68068F6D-4F15-4633-82D7-755CA3F0E662}" type="datetimeFigureOut">
              <a:rPr lang="en-US" smtClean="0"/>
              <a:pPr/>
              <a:t>9/12/2021</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D2F0B58B-AB96-4E77-A1F5-55EFA84314F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68068F6D-4F15-4633-82D7-755CA3F0E662}" type="datetimeFigureOut">
              <a:rPr lang="en-US" smtClean="0"/>
              <a:pPr/>
              <a:t>9/12/2021</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D2F0B58B-AB96-4E77-A1F5-55EFA84314F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68068F6D-4F15-4633-82D7-755CA3F0E662}" type="datetimeFigureOut">
              <a:rPr lang="en-US" smtClean="0"/>
              <a:pPr/>
              <a:t>9/12/2021</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D2F0B58B-AB96-4E77-A1F5-55EFA84314F6}"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68068F6D-4F15-4633-82D7-755CA3F0E662}" type="datetimeFigureOut">
              <a:rPr lang="en-US" smtClean="0"/>
              <a:pPr/>
              <a:t>9/12/2021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D2F0B58B-AB96-4E77-A1F5-55EFA84314F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68068F6D-4F15-4633-82D7-755CA3F0E662}" type="datetimeFigureOut">
              <a:rPr lang="en-US" smtClean="0"/>
              <a:pPr/>
              <a:t>9/12/2021</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D2F0B58B-AB96-4E77-A1F5-55EFA84314F6}"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8068F6D-4F15-4633-82D7-755CA3F0E662}" type="datetimeFigureOut">
              <a:rPr lang="en-US" smtClean="0"/>
              <a:pPr/>
              <a:t>9/12/2021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D2F0B58B-AB96-4E77-A1F5-55EFA84314F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8068F6D-4F15-4633-82D7-755CA3F0E662}" type="datetimeFigureOut">
              <a:rPr lang="en-US" smtClean="0"/>
              <a:pPr/>
              <a:t>9/12/2021</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D2F0B58B-AB96-4E77-A1F5-55EFA84314F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68068F6D-4F15-4633-82D7-755CA3F0E662}" type="datetimeFigureOut">
              <a:rPr lang="en-US" smtClean="0"/>
              <a:pPr/>
              <a:t>9/12/2021</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D2F0B58B-AB96-4E77-A1F5-55EFA84314F6}"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watch?v=FQzC23GLpt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slide" Target="slide3.xml"/><Relationship Id="rId1" Type="http://schemas.openxmlformats.org/officeDocument/2006/relationships/slideLayout" Target="../slideLayouts/slideLayout1.xml"/><Relationship Id="rId4" Type="http://schemas.openxmlformats.org/officeDocument/2006/relationships/slide" Target="slide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google.com/search?q=doctrine+meaning" TargetMode="Externa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hyperlink" Target="https://www.youtube.com/watch?v=ALaTm6VzTBw" TargetMode="Externa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hyperlink" Target="https://youtu.be/SuhGwaZiNIk?t=75"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err="1" smtClean="0"/>
              <a:t>এইচএসসি</a:t>
            </a:r>
            <a:r>
              <a:rPr lang="en-US" dirty="0" smtClean="0"/>
              <a:t> </a:t>
            </a:r>
            <a:r>
              <a:rPr lang="en-US" dirty="0" err="1" smtClean="0"/>
              <a:t>মাস্টার</a:t>
            </a:r>
            <a:r>
              <a:rPr lang="en-US" dirty="0" smtClean="0"/>
              <a:t> </a:t>
            </a:r>
            <a:r>
              <a:rPr lang="en-US" dirty="0" err="1" smtClean="0"/>
              <a:t>প্ল্যান</a:t>
            </a:r>
            <a:endParaRPr lang="en-US" dirty="0"/>
          </a:p>
        </p:txBody>
      </p:sp>
      <p:sp>
        <p:nvSpPr>
          <p:cNvPr id="3" name="Subtitle 2"/>
          <p:cNvSpPr>
            <a:spLocks noGrp="1"/>
          </p:cNvSpPr>
          <p:nvPr>
            <p:ph type="subTitle" idx="1"/>
          </p:nvPr>
        </p:nvSpPr>
        <p:spPr>
          <a:xfrm>
            <a:off x="1432560" y="2743200"/>
            <a:ext cx="7406640" cy="3657600"/>
          </a:xfrm>
        </p:spPr>
        <p:txBody>
          <a:bodyPr/>
          <a:lstStyle/>
          <a:p>
            <a:r>
              <a:rPr lang="en-US" dirty="0" err="1" smtClean="0"/>
              <a:t>কিভাবে</a:t>
            </a:r>
            <a:r>
              <a:rPr lang="en-US" dirty="0" smtClean="0"/>
              <a:t> </a:t>
            </a:r>
            <a:r>
              <a:rPr lang="en-US" dirty="0" err="1" smtClean="0"/>
              <a:t>আমি</a:t>
            </a:r>
            <a:r>
              <a:rPr lang="en-US" dirty="0" smtClean="0"/>
              <a:t> </a:t>
            </a:r>
            <a:r>
              <a:rPr lang="en-US" dirty="0" err="1" smtClean="0"/>
              <a:t>আমার</a:t>
            </a:r>
            <a:r>
              <a:rPr lang="en-US" dirty="0" smtClean="0"/>
              <a:t> </a:t>
            </a:r>
            <a:r>
              <a:rPr lang="en-US" dirty="0" err="1" smtClean="0"/>
              <a:t>উচ্চমাধ্যমিক</a:t>
            </a:r>
            <a:r>
              <a:rPr lang="en-US" dirty="0" smtClean="0"/>
              <a:t> </a:t>
            </a:r>
            <a:r>
              <a:rPr lang="en-US" dirty="0" err="1" smtClean="0"/>
              <a:t>বোর্ড</a:t>
            </a:r>
            <a:r>
              <a:rPr lang="en-US" dirty="0" smtClean="0"/>
              <a:t> </a:t>
            </a:r>
            <a:r>
              <a:rPr lang="en-US" dirty="0" err="1" smtClean="0"/>
              <a:t>পরীক্ষা</a:t>
            </a:r>
            <a:r>
              <a:rPr lang="en-US" dirty="0" smtClean="0"/>
              <a:t> ‘</a:t>
            </a:r>
            <a:r>
              <a:rPr lang="en-US" dirty="0" err="1" smtClean="0">
                <a:solidFill>
                  <a:schemeClr val="tx1"/>
                </a:solidFill>
                <a:hlinkClick r:id="rId3"/>
              </a:rPr>
              <a:t>মোকাবিলা</a:t>
            </a:r>
            <a:r>
              <a:rPr lang="en-US" dirty="0" smtClean="0"/>
              <a:t>’ </a:t>
            </a:r>
            <a:r>
              <a:rPr lang="en-US" dirty="0" err="1" smtClean="0"/>
              <a:t>করার</a:t>
            </a:r>
            <a:r>
              <a:rPr lang="en-US" dirty="0" smtClean="0"/>
              <a:t> </a:t>
            </a:r>
            <a:r>
              <a:rPr lang="en-US" dirty="0" err="1" smtClean="0"/>
              <a:t>প্রস্তুতি</a:t>
            </a:r>
            <a:r>
              <a:rPr lang="en-US" dirty="0" smtClean="0"/>
              <a:t> </a:t>
            </a:r>
            <a:r>
              <a:rPr lang="en-US" dirty="0" err="1" smtClean="0"/>
              <a:t>আর</a:t>
            </a:r>
            <a:r>
              <a:rPr lang="en-US" dirty="0" smtClean="0"/>
              <a:t> </a:t>
            </a:r>
            <a:r>
              <a:rPr lang="en-US" dirty="0" err="1" smtClean="0"/>
              <a:t>পরিকল্পনা</a:t>
            </a:r>
            <a:r>
              <a:rPr lang="en-US" dirty="0" smtClean="0"/>
              <a:t> </a:t>
            </a:r>
            <a:r>
              <a:rPr lang="en-US" dirty="0" err="1" smtClean="0"/>
              <a:t>করছি</a:t>
            </a:r>
            <a:r>
              <a:rPr lang="en-US" dirty="0" smtClean="0"/>
              <a:t> </a:t>
            </a:r>
            <a:r>
              <a:rPr lang="en-US" dirty="0" err="1" smtClean="0"/>
              <a:t>সেটা</a:t>
            </a:r>
            <a:r>
              <a:rPr lang="en-US" dirty="0" smtClean="0"/>
              <a:t> </a:t>
            </a:r>
            <a:r>
              <a:rPr lang="en-US" dirty="0" err="1" smtClean="0"/>
              <a:t>নিয়ে</a:t>
            </a:r>
            <a:r>
              <a:rPr lang="en-US" dirty="0" smtClean="0"/>
              <a:t> </a:t>
            </a:r>
            <a:r>
              <a:rPr lang="en-US" dirty="0" err="1" smtClean="0"/>
              <a:t>আলোচনা</a:t>
            </a:r>
            <a:r>
              <a:rPr lang="en-US" dirty="0" smtClean="0"/>
              <a:t>।</a:t>
            </a:r>
          </a:p>
          <a:p>
            <a:endParaRPr lang="en-US" dirty="0" smtClean="0"/>
          </a:p>
          <a:p>
            <a:r>
              <a:rPr lang="en-US" sz="1200" dirty="0" err="1" smtClean="0"/>
              <a:t>প্রণেতাঃ</a:t>
            </a:r>
            <a:r>
              <a:rPr lang="en-US" sz="1200" dirty="0" smtClean="0"/>
              <a:t> </a:t>
            </a:r>
            <a:r>
              <a:rPr lang="en-US" sz="1200" dirty="0" err="1" smtClean="0"/>
              <a:t>আল</a:t>
            </a:r>
            <a:r>
              <a:rPr lang="en-US" sz="1200" dirty="0" smtClean="0"/>
              <a:t> </a:t>
            </a:r>
            <a:r>
              <a:rPr lang="en-US" sz="1200" dirty="0" err="1" smtClean="0"/>
              <a:t>রাজী</a:t>
            </a:r>
            <a:endParaRPr lang="en-US" sz="1200"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সূচি</a:t>
            </a:r>
            <a:endParaRPr lang="en-US" dirty="0"/>
          </a:p>
        </p:txBody>
      </p:sp>
      <p:sp>
        <p:nvSpPr>
          <p:cNvPr id="3" name="Subtitle 2"/>
          <p:cNvSpPr>
            <a:spLocks noGrp="1"/>
          </p:cNvSpPr>
          <p:nvPr>
            <p:ph type="subTitle" idx="1"/>
          </p:nvPr>
        </p:nvSpPr>
        <p:spPr/>
        <p:txBody>
          <a:bodyPr/>
          <a:lstStyle/>
          <a:p>
            <a:r>
              <a:rPr lang="en-US" dirty="0" err="1" smtClean="0">
                <a:hlinkClick r:id="rId2" action="ppaction://hlinksldjump"/>
              </a:rPr>
              <a:t>কৌশলগত</a:t>
            </a:r>
            <a:r>
              <a:rPr lang="en-US" dirty="0" smtClean="0">
                <a:hlinkClick r:id="rId2" action="ppaction://hlinksldjump"/>
              </a:rPr>
              <a:t> </a:t>
            </a:r>
            <a:r>
              <a:rPr lang="en-US" dirty="0" err="1" smtClean="0">
                <a:hlinkClick r:id="rId2" action="ppaction://hlinksldjump"/>
              </a:rPr>
              <a:t>তথ্য</a:t>
            </a:r>
            <a:endParaRPr lang="en-US" dirty="0" smtClean="0"/>
          </a:p>
          <a:p>
            <a:r>
              <a:rPr lang="en-US" dirty="0" err="1" smtClean="0">
                <a:hlinkClick r:id="rId3" action="ppaction://hlinksldjump"/>
              </a:rPr>
              <a:t>কৌশল</a:t>
            </a:r>
            <a:r>
              <a:rPr lang="en-US" dirty="0" smtClean="0">
                <a:hlinkClick r:id="rId3" action="ppaction://hlinksldjump"/>
              </a:rPr>
              <a:t> ও </a:t>
            </a:r>
            <a:r>
              <a:rPr lang="en-US" dirty="0" err="1" smtClean="0">
                <a:hlinkClick r:id="rId3" action="ppaction://hlinksldjump"/>
              </a:rPr>
              <a:t>সমাধান</a:t>
            </a:r>
            <a:endParaRPr lang="en-US" dirty="0" smtClean="0"/>
          </a:p>
          <a:p>
            <a:r>
              <a:rPr lang="en-US" dirty="0" err="1" smtClean="0">
                <a:hlinkClick r:id="rId4" action="ppaction://hlinksldjump"/>
              </a:rPr>
              <a:t>পরিকল্পনা</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ধাপ</a:t>
            </a:r>
            <a:r>
              <a:rPr lang="en-US" dirty="0" smtClean="0"/>
              <a:t> ১ – </a:t>
            </a:r>
            <a:r>
              <a:rPr lang="en-US" dirty="0" err="1" smtClean="0"/>
              <a:t>কৌশলগত</a:t>
            </a:r>
            <a:r>
              <a:rPr lang="en-US" dirty="0" smtClean="0"/>
              <a:t> </a:t>
            </a:r>
            <a:r>
              <a:rPr lang="en-US" dirty="0" err="1" smtClean="0"/>
              <a:t>তথ্য</a:t>
            </a:r>
            <a:r>
              <a:rPr lang="en-US" dirty="0" smtClean="0"/>
              <a:t/>
            </a:r>
            <a:br>
              <a:rPr lang="en-US" dirty="0" smtClean="0"/>
            </a:br>
            <a:r>
              <a:rPr lang="en-US" sz="1600" dirty="0" smtClean="0"/>
              <a:t>(</a:t>
            </a:r>
            <a:r>
              <a:rPr lang="en-US" sz="1600" dirty="0" err="1" smtClean="0"/>
              <a:t>অপারেশনাল</a:t>
            </a:r>
            <a:r>
              <a:rPr lang="en-US" sz="1600" dirty="0" smtClean="0"/>
              <a:t> </a:t>
            </a:r>
            <a:r>
              <a:rPr lang="en-US" sz="1600" dirty="0" err="1" smtClean="0"/>
              <a:t>ইন্টেলিজেন্স</a:t>
            </a:r>
            <a:r>
              <a:rPr lang="en-US" sz="1600" dirty="0" smtClean="0"/>
              <a:t>)</a:t>
            </a:r>
            <a:endParaRPr lang="en-US" sz="1600" dirty="0"/>
          </a:p>
        </p:txBody>
      </p:sp>
      <p:sp>
        <p:nvSpPr>
          <p:cNvPr id="3" name="Text Placeholder 2"/>
          <p:cNvSpPr>
            <a:spLocks noGrp="1"/>
          </p:cNvSpPr>
          <p:nvPr>
            <p:ph type="body" idx="1"/>
          </p:nvPr>
        </p:nvSpPr>
        <p:spPr/>
        <p:txBody>
          <a:bodyPr/>
          <a:lstStyle/>
          <a:p>
            <a:r>
              <a:rPr lang="en-US" dirty="0" err="1" smtClean="0"/>
              <a:t>পরিকল্পনা</a:t>
            </a:r>
            <a:r>
              <a:rPr lang="en-US" dirty="0" smtClean="0"/>
              <a:t> </a:t>
            </a:r>
            <a:r>
              <a:rPr lang="en-US" dirty="0" err="1" smtClean="0"/>
              <a:t>অনেক</a:t>
            </a:r>
            <a:r>
              <a:rPr lang="en-US" dirty="0" smtClean="0"/>
              <a:t> </a:t>
            </a:r>
            <a:r>
              <a:rPr lang="en-US" dirty="0" err="1" smtClean="0"/>
              <a:t>করা</a:t>
            </a:r>
            <a:r>
              <a:rPr lang="en-US" dirty="0" smtClean="0"/>
              <a:t> </a:t>
            </a:r>
            <a:r>
              <a:rPr lang="en-US" dirty="0" err="1" smtClean="0"/>
              <a:t>যাবে</a:t>
            </a:r>
            <a:r>
              <a:rPr lang="en-US" dirty="0" smtClean="0"/>
              <a:t>, </a:t>
            </a:r>
            <a:r>
              <a:rPr lang="en-US" dirty="0" err="1" smtClean="0"/>
              <a:t>কিন্তু</a:t>
            </a:r>
            <a:r>
              <a:rPr lang="en-US" dirty="0" smtClean="0"/>
              <a:t> </a:t>
            </a:r>
            <a:r>
              <a:rPr lang="en-US" dirty="0" err="1" smtClean="0"/>
              <a:t>পরিকল্পনা</a:t>
            </a:r>
            <a:r>
              <a:rPr lang="en-US" dirty="0" smtClean="0"/>
              <a:t> </a:t>
            </a:r>
            <a:r>
              <a:rPr lang="en-US" dirty="0" err="1" smtClean="0"/>
              <a:t>করবো</a:t>
            </a:r>
            <a:r>
              <a:rPr lang="en-US" dirty="0" smtClean="0"/>
              <a:t> </a:t>
            </a:r>
            <a:r>
              <a:rPr lang="en-US" dirty="0" err="1" smtClean="0"/>
              <a:t>কি</a:t>
            </a:r>
            <a:r>
              <a:rPr lang="en-US" dirty="0" smtClean="0"/>
              <a:t> </a:t>
            </a:r>
            <a:r>
              <a:rPr lang="en-US" dirty="0" err="1" smtClean="0"/>
              <a:t>নিয়ে</a:t>
            </a:r>
            <a:r>
              <a:rPr lang="en-US" dirty="0" smtClean="0"/>
              <a:t>। </a:t>
            </a:r>
            <a:r>
              <a:rPr lang="en-US" dirty="0" err="1" smtClean="0"/>
              <a:t>আগে</a:t>
            </a:r>
            <a:r>
              <a:rPr lang="en-US" dirty="0" smtClean="0"/>
              <a:t> </a:t>
            </a:r>
            <a:r>
              <a:rPr lang="en-US" dirty="0" err="1" smtClean="0"/>
              <a:t>পরিস্থিতির</a:t>
            </a:r>
            <a:r>
              <a:rPr lang="en-US" dirty="0" smtClean="0"/>
              <a:t> </a:t>
            </a:r>
            <a:r>
              <a:rPr lang="en-US" dirty="0" err="1" smtClean="0"/>
              <a:t>সকল</a:t>
            </a:r>
            <a:r>
              <a:rPr lang="en-US" dirty="0" smtClean="0"/>
              <a:t> </a:t>
            </a:r>
            <a:r>
              <a:rPr lang="en-US" dirty="0" err="1" smtClean="0"/>
              <a:t>গুরুতর</a:t>
            </a:r>
            <a:r>
              <a:rPr lang="en-US" dirty="0" smtClean="0"/>
              <a:t> ও </a:t>
            </a:r>
            <a:r>
              <a:rPr lang="en-US" dirty="0" err="1" smtClean="0"/>
              <a:t>লঘুতর</a:t>
            </a:r>
            <a:r>
              <a:rPr lang="en-US" dirty="0" smtClean="0"/>
              <a:t> </a:t>
            </a:r>
            <a:r>
              <a:rPr lang="en-US" dirty="0" err="1" smtClean="0"/>
              <a:t>বিষয়গুলো</a:t>
            </a:r>
            <a:r>
              <a:rPr lang="en-US" dirty="0" smtClean="0"/>
              <a:t> </a:t>
            </a:r>
            <a:r>
              <a:rPr lang="en-US" dirty="0" err="1" smtClean="0"/>
              <a:t>সম্পর্কে</a:t>
            </a:r>
            <a:r>
              <a:rPr lang="en-US" dirty="0" smtClean="0"/>
              <a:t> </a:t>
            </a:r>
            <a:r>
              <a:rPr lang="en-US" dirty="0" err="1" smtClean="0"/>
              <a:t>স্পষ্ট</a:t>
            </a:r>
            <a:r>
              <a:rPr lang="en-US" dirty="0" smtClean="0"/>
              <a:t> </a:t>
            </a:r>
            <a:r>
              <a:rPr lang="en-US" dirty="0" err="1" smtClean="0"/>
              <a:t>ধারণা</a:t>
            </a:r>
            <a:r>
              <a:rPr lang="en-US" dirty="0" smtClean="0"/>
              <a:t> </a:t>
            </a:r>
            <a:r>
              <a:rPr lang="en-US" dirty="0" err="1" smtClean="0"/>
              <a:t>অর্জন</a:t>
            </a:r>
            <a:r>
              <a:rPr lang="en-US" dirty="0" smtClean="0"/>
              <a:t> </a:t>
            </a:r>
            <a:r>
              <a:rPr lang="en-US" dirty="0" err="1" smtClean="0"/>
              <a:t>করা</a:t>
            </a:r>
            <a:r>
              <a:rPr lang="en-US" dirty="0" smtClean="0"/>
              <a:t> </a:t>
            </a:r>
            <a:r>
              <a:rPr lang="en-US" dirty="0" err="1" smtClean="0"/>
              <a:t>দরকার</a:t>
            </a:r>
            <a:r>
              <a:rPr lang="en-US" dirty="0" smtClean="0"/>
              <a:t>, </a:t>
            </a:r>
            <a:r>
              <a:rPr lang="en-US" dirty="0" err="1" smtClean="0"/>
              <a:t>আর</a:t>
            </a:r>
            <a:r>
              <a:rPr lang="en-US" dirty="0" smtClean="0"/>
              <a:t> </a:t>
            </a:r>
            <a:r>
              <a:rPr lang="en-US" dirty="0" err="1" smtClean="0"/>
              <a:t>তাই</a:t>
            </a:r>
            <a:r>
              <a:rPr lang="en-US" dirty="0" smtClean="0"/>
              <a: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4267200"/>
          </a:xfrm>
        </p:spPr>
        <p:txBody>
          <a:bodyPr/>
          <a:lstStyle/>
          <a:p>
            <a:r>
              <a:rPr lang="en-US" dirty="0" err="1" smtClean="0"/>
              <a:t>কোনো</a:t>
            </a:r>
            <a:r>
              <a:rPr lang="en-US" dirty="0" smtClean="0"/>
              <a:t> </a:t>
            </a:r>
            <a:r>
              <a:rPr lang="en-US" dirty="0" err="1" smtClean="0"/>
              <a:t>পরিকল্পনার</a:t>
            </a:r>
            <a:r>
              <a:rPr lang="en-US" dirty="0" smtClean="0"/>
              <a:t> </a:t>
            </a:r>
            <a:r>
              <a:rPr lang="en-US" dirty="0" err="1" smtClean="0"/>
              <a:t>নকশা</a:t>
            </a:r>
            <a:r>
              <a:rPr lang="en-US" dirty="0" smtClean="0"/>
              <a:t> </a:t>
            </a:r>
            <a:r>
              <a:rPr lang="en-US" dirty="0" err="1" smtClean="0"/>
              <a:t>আঁকার</a:t>
            </a:r>
            <a:r>
              <a:rPr lang="en-US" dirty="0" smtClean="0"/>
              <a:t> </a:t>
            </a:r>
            <a:r>
              <a:rPr lang="en-US" dirty="0" err="1" smtClean="0"/>
              <a:t>আগে</a:t>
            </a:r>
            <a:r>
              <a:rPr lang="en-US" dirty="0" smtClean="0"/>
              <a:t> </a:t>
            </a:r>
            <a:r>
              <a:rPr lang="en-US" dirty="0" err="1" smtClean="0"/>
              <a:t>পরিস্থিতির</a:t>
            </a:r>
            <a:r>
              <a:rPr lang="en-US" dirty="0" smtClean="0"/>
              <a:t> </a:t>
            </a:r>
            <a:r>
              <a:rPr lang="en-US" dirty="0" err="1" smtClean="0"/>
              <a:t>ফিগার</a:t>
            </a:r>
            <a:r>
              <a:rPr lang="en-US" dirty="0" smtClean="0"/>
              <a:t> </a:t>
            </a:r>
            <a:r>
              <a:rPr lang="en-US" dirty="0" err="1" smtClean="0"/>
              <a:t>বারবার</a:t>
            </a:r>
            <a:r>
              <a:rPr lang="en-US" dirty="0" smtClean="0"/>
              <a:t> </a:t>
            </a:r>
            <a:r>
              <a:rPr lang="en-US" dirty="0" err="1" smtClean="0"/>
              <a:t>স্কেচ</a:t>
            </a:r>
            <a:r>
              <a:rPr lang="en-US" dirty="0" smtClean="0"/>
              <a:t> </a:t>
            </a:r>
            <a:r>
              <a:rPr lang="en-US" dirty="0" err="1" smtClean="0"/>
              <a:t>করা</a:t>
            </a:r>
            <a:r>
              <a:rPr lang="en-US" dirty="0" smtClean="0"/>
              <a:t> </a:t>
            </a:r>
            <a:r>
              <a:rPr lang="en-US" dirty="0" err="1" smtClean="0"/>
              <a:t>প্রয়োজন</a:t>
            </a:r>
            <a:r>
              <a:rPr lang="en-US" dirty="0" smtClean="0"/>
              <a:t> </a:t>
            </a:r>
            <a:r>
              <a:rPr lang="en-US" dirty="0" err="1" smtClean="0"/>
              <a:t>পড়ে</a:t>
            </a:r>
            <a:r>
              <a:rPr lang="en-US" dirty="0" smtClean="0"/>
              <a:t>। </a:t>
            </a:r>
            <a:r>
              <a:rPr lang="en-US" dirty="0" err="1" smtClean="0"/>
              <a:t>এক্ষেত্রে</a:t>
            </a:r>
            <a:r>
              <a:rPr lang="en-US" dirty="0" smtClean="0"/>
              <a:t> </a:t>
            </a:r>
            <a:r>
              <a:rPr lang="en-US" dirty="0" err="1" smtClean="0"/>
              <a:t>অনেক</a:t>
            </a:r>
            <a:r>
              <a:rPr lang="en-US" dirty="0" smtClean="0"/>
              <a:t> </a:t>
            </a:r>
            <a:r>
              <a:rPr lang="en-US" dirty="0" err="1" smtClean="0"/>
              <a:t>সময়</a:t>
            </a:r>
            <a:r>
              <a:rPr lang="en-US" dirty="0" smtClean="0"/>
              <a:t> </a:t>
            </a:r>
            <a:r>
              <a:rPr lang="en-US" dirty="0" err="1" smtClean="0"/>
              <a:t>নিজের</a:t>
            </a:r>
            <a:r>
              <a:rPr lang="en-US" dirty="0" smtClean="0"/>
              <a:t> </a:t>
            </a:r>
            <a:r>
              <a:rPr lang="en-US" dirty="0" err="1" smtClean="0"/>
              <a:t>বুদ্ধিমত্তার</a:t>
            </a:r>
            <a:r>
              <a:rPr lang="en-US" dirty="0" smtClean="0"/>
              <a:t> </a:t>
            </a:r>
            <a:r>
              <a:rPr lang="en-US" dirty="0" err="1" smtClean="0"/>
              <a:t>প্রয়োগ</a:t>
            </a:r>
            <a:r>
              <a:rPr lang="en-US" dirty="0" smtClean="0"/>
              <a:t> </a:t>
            </a:r>
            <a:r>
              <a:rPr lang="en-US" dirty="0" err="1" smtClean="0"/>
              <a:t>করে</a:t>
            </a:r>
            <a:r>
              <a:rPr lang="en-US" dirty="0" smtClean="0"/>
              <a:t> </a:t>
            </a:r>
            <a:r>
              <a:rPr lang="en-US" dirty="0" err="1" smtClean="0"/>
              <a:t>তথ্যের</a:t>
            </a:r>
            <a:r>
              <a:rPr lang="en-US" dirty="0" smtClean="0"/>
              <a:t> </a:t>
            </a:r>
            <a:r>
              <a:rPr lang="en-US" dirty="0" err="1" smtClean="0"/>
              <a:t>সাথে</a:t>
            </a:r>
            <a:r>
              <a:rPr lang="en-US" dirty="0" smtClean="0"/>
              <a:t> </a:t>
            </a:r>
            <a:r>
              <a:rPr lang="en-US" dirty="0" err="1" smtClean="0"/>
              <a:t>তথ্য</a:t>
            </a:r>
            <a:r>
              <a:rPr lang="en-US" dirty="0" smtClean="0"/>
              <a:t> </a:t>
            </a:r>
            <a:r>
              <a:rPr lang="en-US" dirty="0" err="1" smtClean="0"/>
              <a:t>মিলিয়ে</a:t>
            </a:r>
            <a:r>
              <a:rPr lang="en-US" dirty="0" smtClean="0"/>
              <a:t> </a:t>
            </a:r>
            <a:r>
              <a:rPr lang="en-US" dirty="0" err="1" smtClean="0"/>
              <a:t>নতুন</a:t>
            </a:r>
            <a:r>
              <a:rPr lang="en-US" dirty="0" smtClean="0"/>
              <a:t> </a:t>
            </a:r>
            <a:r>
              <a:rPr lang="en-US" dirty="0" err="1" smtClean="0"/>
              <a:t>কিছু</a:t>
            </a:r>
            <a:r>
              <a:rPr lang="en-US" dirty="0" smtClean="0"/>
              <a:t> </a:t>
            </a:r>
            <a:r>
              <a:rPr lang="en-US" dirty="0" err="1" smtClean="0"/>
              <a:t>দেখা</a:t>
            </a:r>
            <a:r>
              <a:rPr lang="en-US" dirty="0" smtClean="0"/>
              <a:t> – </a:t>
            </a:r>
            <a:r>
              <a:rPr lang="en-US" dirty="0" err="1" smtClean="0"/>
              <a:t>এটিই</a:t>
            </a:r>
            <a:r>
              <a:rPr lang="en-US" dirty="0" smtClean="0"/>
              <a:t> </a:t>
            </a:r>
            <a:r>
              <a:rPr lang="en-US" dirty="0" err="1" smtClean="0"/>
              <a:t>ইন্টেলিজেন্স</a:t>
            </a:r>
            <a:r>
              <a:rPr lang="en-US" dirty="0" smtClean="0"/>
              <a:t>। </a:t>
            </a:r>
            <a:endParaRPr lang="en-US" dirty="0"/>
          </a:p>
        </p:txBody>
      </p:sp>
      <p:pic>
        <p:nvPicPr>
          <p:cNvPr id="5" name="Picture Placeholder 4" descr="Difference-Between-FBI-CIA-and-NSA.jpg"/>
          <p:cNvPicPr>
            <a:picLocks noGrp="1" noChangeAspect="1"/>
          </p:cNvPicPr>
          <p:nvPr>
            <p:ph type="pic" idx="1"/>
          </p:nvPr>
        </p:nvPicPr>
        <p:blipFill>
          <a:blip r:embed="rId3"/>
          <a:srcRect l="18564" r="18564"/>
          <a:stretch>
            <a:fillRect/>
          </a:stretch>
        </p:blipFill>
        <p:spPr/>
      </p:pic>
      <p:sp>
        <p:nvSpPr>
          <p:cNvPr id="4" name="Text Placeholder 3"/>
          <p:cNvSpPr>
            <a:spLocks noGrp="1"/>
          </p:cNvSpPr>
          <p:nvPr>
            <p:ph type="body" sz="half" idx="2"/>
          </p:nvPr>
        </p:nvSpPr>
        <p:spPr/>
        <p:txBody>
          <a:bodyPr/>
          <a:lstStyle/>
          <a:p>
            <a:r>
              <a:rPr lang="en-US" dirty="0" err="1" smtClean="0"/>
              <a:t>কৌশলগত</a:t>
            </a:r>
            <a:r>
              <a:rPr lang="en-US" dirty="0" smtClean="0"/>
              <a:t> </a:t>
            </a:r>
            <a:r>
              <a:rPr lang="en-US" dirty="0" err="1" smtClean="0"/>
              <a:t>তথ্য</a:t>
            </a:r>
            <a:r>
              <a:rPr lang="en-US" dirty="0" smtClean="0"/>
              <a:t> </a:t>
            </a:r>
            <a:r>
              <a:rPr lang="en-US" dirty="0" err="1" smtClean="0"/>
              <a:t>দাতা</a:t>
            </a:r>
            <a:r>
              <a:rPr lang="en-US" dirty="0" smtClean="0"/>
              <a:t> ও </a:t>
            </a:r>
            <a:r>
              <a:rPr lang="en-US" dirty="0" err="1" smtClean="0"/>
              <a:t>তার</a:t>
            </a:r>
            <a:r>
              <a:rPr lang="en-US" dirty="0" smtClean="0"/>
              <a:t> </a:t>
            </a:r>
            <a:r>
              <a:rPr lang="en-US" dirty="0" err="1" smtClean="0"/>
              <a:t>ভিত্তিতে</a:t>
            </a:r>
            <a:r>
              <a:rPr lang="en-US" dirty="0" smtClean="0"/>
              <a:t> </a:t>
            </a:r>
            <a:r>
              <a:rPr lang="en-US" dirty="0" err="1" smtClean="0"/>
              <a:t>নিজেদের</a:t>
            </a:r>
            <a:r>
              <a:rPr lang="en-US" dirty="0" smtClean="0"/>
              <a:t> </a:t>
            </a:r>
            <a:r>
              <a:rPr lang="en-US" dirty="0" err="1" smtClean="0"/>
              <a:t>সিদ্ধান্ত</a:t>
            </a:r>
            <a:r>
              <a:rPr lang="en-US" dirty="0" smtClean="0"/>
              <a:t> </a:t>
            </a:r>
            <a:r>
              <a:rPr lang="en-US" dirty="0" err="1" smtClean="0"/>
              <a:t>চাপানো</a:t>
            </a:r>
            <a:r>
              <a:rPr lang="en-US" dirty="0" smtClean="0"/>
              <a:t> ৩টি </a:t>
            </a:r>
            <a:r>
              <a:rPr lang="en-US" dirty="0" err="1" smtClean="0"/>
              <a:t>সংস্থা</a:t>
            </a:r>
            <a:r>
              <a:rPr lang="en-US" dirty="0" smtClean="0"/>
              <a:t>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পরিস্থিতি</a:t>
            </a:r>
            <a:r>
              <a:rPr lang="en-US" dirty="0" smtClean="0"/>
              <a:t> </a:t>
            </a:r>
            <a:r>
              <a:rPr lang="en-US" dirty="0" err="1" smtClean="0"/>
              <a:t>নিয়ে</a:t>
            </a:r>
            <a:r>
              <a:rPr lang="en-US" dirty="0" smtClean="0"/>
              <a:t> </a:t>
            </a:r>
            <a:r>
              <a:rPr lang="en-US" dirty="0" err="1" smtClean="0"/>
              <a:t>তথ্য</a:t>
            </a:r>
            <a:endParaRPr lang="en-US" dirty="0"/>
          </a:p>
        </p:txBody>
      </p:sp>
      <p:sp>
        <p:nvSpPr>
          <p:cNvPr id="3" name="Content Placeholder 2"/>
          <p:cNvSpPr>
            <a:spLocks noGrp="1"/>
          </p:cNvSpPr>
          <p:nvPr>
            <p:ph idx="1"/>
          </p:nvPr>
        </p:nvSpPr>
        <p:spPr/>
        <p:txBody>
          <a:bodyPr>
            <a:normAutofit/>
          </a:bodyPr>
          <a:lstStyle/>
          <a:p>
            <a:r>
              <a:rPr lang="en-US" sz="2000" dirty="0" err="1" smtClean="0"/>
              <a:t>পরিস্থিতির</a:t>
            </a:r>
            <a:r>
              <a:rPr lang="en-US" sz="2000" dirty="0" smtClean="0"/>
              <a:t> </a:t>
            </a:r>
            <a:r>
              <a:rPr lang="en-US" sz="2000" dirty="0" err="1" smtClean="0"/>
              <a:t>যেসব</a:t>
            </a:r>
            <a:r>
              <a:rPr lang="en-US" sz="2000" dirty="0" smtClean="0"/>
              <a:t> </a:t>
            </a:r>
            <a:r>
              <a:rPr lang="en-US" sz="2000" dirty="0" err="1" smtClean="0"/>
              <a:t>জিনিস</a:t>
            </a:r>
            <a:r>
              <a:rPr lang="en-US" sz="2000" dirty="0" smtClean="0"/>
              <a:t> </a:t>
            </a:r>
            <a:r>
              <a:rPr lang="en-US" sz="2000" dirty="0" err="1" smtClean="0"/>
              <a:t>নিয়ে</a:t>
            </a:r>
            <a:r>
              <a:rPr lang="en-US" sz="2000" dirty="0" smtClean="0"/>
              <a:t> </a:t>
            </a:r>
            <a:r>
              <a:rPr lang="en-US" sz="2000" dirty="0" err="1" smtClean="0"/>
              <a:t>আমাদের</a:t>
            </a:r>
            <a:r>
              <a:rPr lang="en-US" sz="2000" dirty="0" smtClean="0"/>
              <a:t> </a:t>
            </a:r>
            <a:r>
              <a:rPr lang="en-US" sz="2000" dirty="0" err="1" smtClean="0"/>
              <a:t>আলোচনা</a:t>
            </a:r>
            <a:r>
              <a:rPr lang="en-US" sz="2000" dirty="0" smtClean="0"/>
              <a:t> </a:t>
            </a:r>
            <a:r>
              <a:rPr lang="en-US" sz="2000" dirty="0" err="1" smtClean="0"/>
              <a:t>করা</a:t>
            </a:r>
            <a:r>
              <a:rPr lang="en-US" sz="2000" dirty="0" smtClean="0"/>
              <a:t> </a:t>
            </a:r>
            <a:r>
              <a:rPr lang="en-US" sz="2000" dirty="0" err="1" smtClean="0"/>
              <a:t>প্রাসঙ্গিক</a:t>
            </a:r>
            <a:r>
              <a:rPr lang="en-US" sz="2000" dirty="0" smtClean="0"/>
              <a:t> </a:t>
            </a:r>
            <a:r>
              <a:rPr lang="en-US" sz="2000" dirty="0" err="1" smtClean="0"/>
              <a:t>হবে</a:t>
            </a:r>
            <a:r>
              <a:rPr lang="en-US" sz="2000" dirty="0" smtClean="0"/>
              <a:t> </a:t>
            </a:r>
            <a:r>
              <a:rPr lang="en-US" sz="2000" dirty="0" err="1" smtClean="0"/>
              <a:t>এবং</a:t>
            </a:r>
            <a:r>
              <a:rPr lang="en-US" sz="2000" dirty="0" smtClean="0"/>
              <a:t> </a:t>
            </a:r>
            <a:r>
              <a:rPr lang="en-US" sz="2000" dirty="0" err="1" smtClean="0"/>
              <a:t>কেন</a:t>
            </a:r>
            <a:r>
              <a:rPr lang="en-US" sz="2000" dirty="0" smtClean="0"/>
              <a:t> </a:t>
            </a:r>
            <a:r>
              <a:rPr lang="en-US" sz="2000" dirty="0" err="1" smtClean="0"/>
              <a:t>হবে</a:t>
            </a:r>
            <a:r>
              <a:rPr lang="en-US" sz="2000" dirty="0" smtClean="0"/>
              <a:t> </a:t>
            </a:r>
            <a:r>
              <a:rPr lang="en-US" sz="2000" dirty="0" err="1" smtClean="0"/>
              <a:t>তার</a:t>
            </a:r>
            <a:r>
              <a:rPr lang="en-US" sz="2000" dirty="0" smtClean="0"/>
              <a:t> </a:t>
            </a:r>
            <a:r>
              <a:rPr lang="en-US" sz="2000" dirty="0" err="1" smtClean="0"/>
              <a:t>একটা</a:t>
            </a:r>
            <a:r>
              <a:rPr lang="en-US" sz="2000" dirty="0" smtClean="0"/>
              <a:t> </a:t>
            </a:r>
            <a:r>
              <a:rPr lang="en-US" sz="2000" dirty="0" err="1" smtClean="0"/>
              <a:t>তালিকাঃ</a:t>
            </a:r>
            <a:endParaRPr lang="en-US" sz="2000" dirty="0" smtClean="0"/>
          </a:p>
          <a:p>
            <a:pPr lvl="1"/>
            <a:r>
              <a:rPr lang="en-US" sz="1600" dirty="0" smtClean="0"/>
              <a:t>১। </a:t>
            </a:r>
            <a:r>
              <a:rPr lang="en-US" sz="1600" dirty="0" err="1" smtClean="0"/>
              <a:t>সিলেবাস</a:t>
            </a:r>
            <a:r>
              <a:rPr lang="en-US" sz="1600" dirty="0" smtClean="0"/>
              <a:t> (</a:t>
            </a:r>
            <a:r>
              <a:rPr lang="en-US" sz="1600" dirty="0" err="1" smtClean="0"/>
              <a:t>সৃজনশীল</a:t>
            </a:r>
            <a:r>
              <a:rPr lang="en-US" sz="1600" dirty="0" smtClean="0"/>
              <a:t> ও </a:t>
            </a:r>
            <a:r>
              <a:rPr lang="en-US" sz="1600" dirty="0" err="1" smtClean="0"/>
              <a:t>শর্ট</a:t>
            </a:r>
            <a:r>
              <a:rPr lang="en-US" sz="1600" dirty="0" smtClean="0"/>
              <a:t>)</a:t>
            </a:r>
          </a:p>
          <a:p>
            <a:pPr lvl="1"/>
            <a:r>
              <a:rPr lang="en-US" sz="1600" dirty="0" smtClean="0"/>
              <a:t>২। </a:t>
            </a:r>
            <a:r>
              <a:rPr lang="en-US" sz="1600" dirty="0" err="1" smtClean="0"/>
              <a:t>পরীক্ষার</a:t>
            </a:r>
            <a:r>
              <a:rPr lang="en-US" sz="1600" dirty="0" smtClean="0"/>
              <a:t> </a:t>
            </a:r>
            <a:r>
              <a:rPr lang="en-US" sz="1600" dirty="0" err="1" smtClean="0"/>
              <a:t>হল</a:t>
            </a:r>
            <a:r>
              <a:rPr lang="en-US" sz="1600" dirty="0" smtClean="0"/>
              <a:t> (</a:t>
            </a:r>
            <a:r>
              <a:rPr lang="en-US" sz="1600" dirty="0" err="1" smtClean="0"/>
              <a:t>ফাঁকা</a:t>
            </a:r>
            <a:r>
              <a:rPr lang="en-US" sz="1600" dirty="0" smtClean="0"/>
              <a:t> </a:t>
            </a:r>
            <a:r>
              <a:rPr lang="en-US" sz="1600" dirty="0" err="1" smtClean="0"/>
              <a:t>আর</a:t>
            </a:r>
            <a:r>
              <a:rPr lang="en-US" sz="1600" dirty="0" smtClean="0"/>
              <a:t> </a:t>
            </a:r>
            <a:r>
              <a:rPr lang="en-US" sz="1600" dirty="0" err="1" smtClean="0"/>
              <a:t>ক্ষণস্থায়ী</a:t>
            </a:r>
            <a:r>
              <a:rPr lang="en-US" sz="1600" dirty="0" smtClean="0"/>
              <a:t>)</a:t>
            </a:r>
          </a:p>
          <a:p>
            <a:pPr lvl="1"/>
            <a:r>
              <a:rPr lang="en-US" sz="1600" dirty="0" smtClean="0"/>
              <a:t>৩। </a:t>
            </a:r>
            <a:r>
              <a:rPr lang="en-US" sz="1600" dirty="0" err="1" smtClean="0"/>
              <a:t>কলেজ</a:t>
            </a:r>
            <a:r>
              <a:rPr lang="en-US" sz="1600" dirty="0" smtClean="0"/>
              <a:t> (</a:t>
            </a:r>
            <a:r>
              <a:rPr lang="en-US" sz="1600" dirty="0" err="1" smtClean="0"/>
              <a:t>ভালো</a:t>
            </a:r>
            <a:r>
              <a:rPr lang="en-US" sz="1600" dirty="0" smtClean="0"/>
              <a:t> </a:t>
            </a:r>
            <a:r>
              <a:rPr lang="en-US" sz="1600" dirty="0" err="1" smtClean="0"/>
              <a:t>কিন্তু</a:t>
            </a:r>
            <a:r>
              <a:rPr lang="en-US" sz="1600" dirty="0" smtClean="0"/>
              <a:t> </a:t>
            </a:r>
            <a:r>
              <a:rPr lang="en-US" sz="1600" dirty="0" err="1" smtClean="0"/>
              <a:t>প্যারা</a:t>
            </a:r>
            <a:r>
              <a:rPr lang="en-US" sz="1600" dirty="0" smtClean="0"/>
              <a:t> </a:t>
            </a:r>
            <a:r>
              <a:rPr lang="en-US" sz="1600" dirty="0" err="1" smtClean="0"/>
              <a:t>দেয়</a:t>
            </a:r>
            <a:r>
              <a:rPr lang="en-US" sz="1600" dirty="0" smtClean="0"/>
              <a:t>)</a:t>
            </a:r>
            <a:endParaRPr lang="en-US" sz="1600" dirty="0" smtClean="0"/>
          </a:p>
          <a:p>
            <a:endParaRPr lang="en-US" sz="2000" dirty="0" smtClean="0"/>
          </a:p>
          <a:p>
            <a:r>
              <a:rPr lang="en-US" sz="2000" dirty="0" err="1" smtClean="0"/>
              <a:t>সেকশন</a:t>
            </a:r>
            <a:r>
              <a:rPr lang="en-US" sz="2000" dirty="0" smtClean="0"/>
              <a:t> </a:t>
            </a:r>
            <a:r>
              <a:rPr lang="en-US" sz="2000" dirty="0" err="1" smtClean="0"/>
              <a:t>সজ্জাঃ</a:t>
            </a:r>
            <a:endParaRPr lang="en-US" sz="2000" dirty="0" smtClean="0"/>
          </a:p>
          <a:p>
            <a:pPr lvl="1"/>
            <a:r>
              <a:rPr lang="en-US" sz="1600" dirty="0" err="1" smtClean="0"/>
              <a:t>এই</a:t>
            </a:r>
            <a:r>
              <a:rPr lang="en-US" sz="1600" dirty="0" smtClean="0"/>
              <a:t> </a:t>
            </a:r>
            <a:r>
              <a:rPr lang="en-US" sz="1600" dirty="0" err="1" smtClean="0"/>
              <a:t>সেকশনে</a:t>
            </a:r>
            <a:r>
              <a:rPr lang="en-US" sz="1600" dirty="0" smtClean="0"/>
              <a:t> </a:t>
            </a:r>
            <a:r>
              <a:rPr lang="en-US" sz="1600" dirty="0" err="1" smtClean="0"/>
              <a:t>লাল</a:t>
            </a:r>
            <a:r>
              <a:rPr lang="en-US" sz="1600" dirty="0" smtClean="0"/>
              <a:t> </a:t>
            </a:r>
            <a:r>
              <a:rPr lang="en-US" sz="1600" dirty="0" err="1" smtClean="0"/>
              <a:t>দাগের</a:t>
            </a:r>
            <a:r>
              <a:rPr lang="en-US" sz="1600" dirty="0" smtClean="0"/>
              <a:t> </a:t>
            </a:r>
            <a:r>
              <a:rPr lang="en-US" sz="1600" dirty="0" err="1" smtClean="0"/>
              <a:t>পয়েন্ট</a:t>
            </a:r>
            <a:r>
              <a:rPr lang="en-US" sz="1600" dirty="0" smtClean="0"/>
              <a:t> </a:t>
            </a:r>
            <a:r>
              <a:rPr lang="en-US" sz="1600" dirty="0" err="1" smtClean="0"/>
              <a:t>গুলো</a:t>
            </a:r>
            <a:r>
              <a:rPr lang="en-US" sz="1600" dirty="0" smtClean="0"/>
              <a:t> </a:t>
            </a:r>
            <a:r>
              <a:rPr lang="en-US" sz="1600" dirty="0" err="1" smtClean="0"/>
              <a:t>আসলে</a:t>
            </a:r>
            <a:r>
              <a:rPr lang="en-US" sz="1600" dirty="0" smtClean="0"/>
              <a:t> </a:t>
            </a:r>
            <a:r>
              <a:rPr lang="en-US" sz="1600" dirty="0" err="1" smtClean="0"/>
              <a:t>অপরিবর্তনীয়</a:t>
            </a:r>
            <a:r>
              <a:rPr lang="en-US" sz="1600" dirty="0" smtClean="0"/>
              <a:t> </a:t>
            </a:r>
            <a:r>
              <a:rPr lang="en-US" sz="1600" dirty="0" err="1" smtClean="0"/>
              <a:t>কিছু</a:t>
            </a:r>
            <a:r>
              <a:rPr lang="en-US" sz="1600" dirty="0" smtClean="0"/>
              <a:t> </a:t>
            </a:r>
            <a:r>
              <a:rPr lang="en-US" sz="1600" dirty="0" err="1" smtClean="0"/>
              <a:t>সমস্যা</a:t>
            </a:r>
            <a:r>
              <a:rPr lang="en-US" sz="1600" dirty="0" smtClean="0"/>
              <a:t> </a:t>
            </a:r>
            <a:r>
              <a:rPr lang="en-US" sz="1600" dirty="0" err="1" smtClean="0"/>
              <a:t>বা</a:t>
            </a:r>
            <a:r>
              <a:rPr lang="en-US" sz="1600" dirty="0" smtClean="0"/>
              <a:t> </a:t>
            </a:r>
            <a:r>
              <a:rPr lang="en-US" sz="1600" dirty="0" err="1" smtClean="0"/>
              <a:t>সুবিধা</a:t>
            </a:r>
            <a:r>
              <a:rPr lang="en-US" sz="1600" dirty="0" smtClean="0"/>
              <a:t>। </a:t>
            </a:r>
          </a:p>
          <a:p>
            <a:pPr lvl="1"/>
            <a:r>
              <a:rPr lang="en-US" sz="1600" dirty="0" err="1" smtClean="0"/>
              <a:t>সবুজগুলো</a:t>
            </a:r>
            <a:r>
              <a:rPr lang="en-US" sz="1600" dirty="0" smtClean="0"/>
              <a:t> </a:t>
            </a:r>
            <a:r>
              <a:rPr lang="en-US" sz="1600" dirty="0" err="1" smtClean="0"/>
              <a:t>আমাদের</a:t>
            </a:r>
            <a:r>
              <a:rPr lang="en-US" sz="1600" dirty="0" smtClean="0"/>
              <a:t> </a:t>
            </a:r>
            <a:r>
              <a:rPr lang="en-US" sz="1600" dirty="0" err="1" smtClean="0"/>
              <a:t>দ্বারা</a:t>
            </a:r>
            <a:r>
              <a:rPr lang="en-US" sz="1600" dirty="0" smtClean="0"/>
              <a:t> </a:t>
            </a:r>
            <a:r>
              <a:rPr lang="en-US" sz="1600" dirty="0" err="1" smtClean="0"/>
              <a:t>নিয়ন্ত্রণযোগ্য</a:t>
            </a:r>
            <a:r>
              <a:rPr lang="en-US" sz="1600" dirty="0" smtClean="0"/>
              <a:t>।</a:t>
            </a:r>
          </a:p>
          <a:p>
            <a:pPr lvl="1"/>
            <a:r>
              <a:rPr lang="en-US" sz="1600" dirty="0" err="1" smtClean="0"/>
              <a:t>নীলগুলো</a:t>
            </a:r>
            <a:r>
              <a:rPr lang="en-US" sz="1600" dirty="0" smtClean="0"/>
              <a:t> </a:t>
            </a:r>
            <a:r>
              <a:rPr lang="en-US" sz="1600" dirty="0" err="1" smtClean="0"/>
              <a:t>এর</a:t>
            </a:r>
            <a:r>
              <a:rPr lang="en-US" sz="1600" dirty="0" smtClean="0"/>
              <a:t> </a:t>
            </a:r>
            <a:r>
              <a:rPr lang="en-US" sz="1600" dirty="0" err="1" smtClean="0"/>
              <a:t>মাঝখানে</a:t>
            </a:r>
            <a:r>
              <a:rPr lang="en-US" sz="1600" dirty="0" smtClean="0"/>
              <a:t> </a:t>
            </a:r>
            <a:r>
              <a:rPr lang="en-US" sz="1600" dirty="0" err="1" smtClean="0"/>
              <a:t>কোথাও</a:t>
            </a:r>
            <a:r>
              <a:rPr lang="en-US" sz="1600" dirty="0" smtClean="0"/>
              <a:t>। </a:t>
            </a:r>
            <a:r>
              <a:rPr lang="en-US" sz="1600" dirty="0" err="1" smtClean="0"/>
              <a:t>পরিবর্তনীয়</a:t>
            </a:r>
            <a:r>
              <a:rPr lang="en-US" sz="1600" dirty="0" smtClean="0"/>
              <a:t> </a:t>
            </a:r>
            <a:r>
              <a:rPr lang="en-US" sz="1600" dirty="0" err="1" smtClean="0"/>
              <a:t>কিন্তু</a:t>
            </a:r>
            <a:r>
              <a:rPr lang="en-US" sz="1600" dirty="0" smtClean="0"/>
              <a:t> </a:t>
            </a:r>
            <a:r>
              <a:rPr lang="en-US" sz="1600" dirty="0" err="1" smtClean="0"/>
              <a:t>আমাদের</a:t>
            </a:r>
            <a:r>
              <a:rPr lang="en-US" sz="1600" dirty="0" smtClean="0"/>
              <a:t> </a:t>
            </a:r>
            <a:r>
              <a:rPr lang="en-US" sz="1600" dirty="0" err="1" smtClean="0"/>
              <a:t>হাতে</a:t>
            </a:r>
            <a:r>
              <a:rPr lang="en-US" sz="1600" dirty="0" smtClean="0"/>
              <a:t> </a:t>
            </a:r>
            <a:r>
              <a:rPr lang="en-US" sz="1600" dirty="0" err="1" smtClean="0"/>
              <a:t>না</a:t>
            </a:r>
            <a:r>
              <a:rPr lang="en-US" sz="1600" dirty="0" smtClean="0"/>
              <a:t>।</a:t>
            </a:r>
          </a:p>
          <a:p>
            <a:pPr lvl="1"/>
            <a:r>
              <a:rPr lang="en-US" sz="1600" dirty="0" err="1" smtClean="0"/>
              <a:t>বেগুনি</a:t>
            </a:r>
            <a:r>
              <a:rPr lang="en-US" sz="1600" dirty="0" smtClean="0"/>
              <a:t> </a:t>
            </a:r>
            <a:r>
              <a:rPr lang="en-US" sz="1600" dirty="0" err="1" smtClean="0"/>
              <a:t>হলো</a:t>
            </a:r>
            <a:r>
              <a:rPr lang="en-US" sz="1600" dirty="0" smtClean="0"/>
              <a:t> </a:t>
            </a:r>
            <a:r>
              <a:rPr lang="en-US" sz="1600" dirty="0" err="1" smtClean="0"/>
              <a:t>লাল</a:t>
            </a:r>
            <a:r>
              <a:rPr lang="en-US" sz="1600" dirty="0" smtClean="0"/>
              <a:t> </a:t>
            </a:r>
            <a:r>
              <a:rPr lang="en-US" sz="1600" dirty="0" err="1" smtClean="0"/>
              <a:t>আর</a:t>
            </a:r>
            <a:r>
              <a:rPr lang="en-US" sz="1600" dirty="0" smtClean="0"/>
              <a:t> </a:t>
            </a:r>
            <a:r>
              <a:rPr lang="en-US" sz="1600" dirty="0" err="1" smtClean="0"/>
              <a:t>নীলের</a:t>
            </a:r>
            <a:r>
              <a:rPr lang="en-US" sz="1600" dirty="0" smtClean="0"/>
              <a:t> </a:t>
            </a:r>
            <a:r>
              <a:rPr lang="en-US" sz="1600" dirty="0" err="1" smtClean="0"/>
              <a:t>মিশ্রণ</a:t>
            </a:r>
            <a:r>
              <a:rPr lang="en-US" sz="1600" dirty="0" smtClean="0"/>
              <a:t>।</a:t>
            </a:r>
          </a:p>
          <a:p>
            <a:endParaRPr lang="en-US" sz="2000"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সিলেবাস</a:t>
            </a:r>
            <a:endParaRPr lang="en-US" sz="1400" dirty="0"/>
          </a:p>
        </p:txBody>
      </p:sp>
      <p:sp>
        <p:nvSpPr>
          <p:cNvPr id="3" name="Content Placeholder 2"/>
          <p:cNvSpPr>
            <a:spLocks noGrp="1"/>
          </p:cNvSpPr>
          <p:nvPr>
            <p:ph idx="1"/>
          </p:nvPr>
        </p:nvSpPr>
        <p:spPr/>
        <p:txBody>
          <a:bodyPr>
            <a:normAutofit/>
          </a:bodyPr>
          <a:lstStyle/>
          <a:p>
            <a:r>
              <a:rPr lang="en-US" sz="2000" dirty="0" smtClean="0"/>
              <a:t>১। </a:t>
            </a:r>
            <a:r>
              <a:rPr lang="en-US" sz="2000" dirty="0" err="1" smtClean="0">
                <a:solidFill>
                  <a:srgbClr val="C00000"/>
                </a:solidFill>
              </a:rPr>
              <a:t>সিলেবাস</a:t>
            </a:r>
            <a:r>
              <a:rPr lang="en-US" sz="2000" dirty="0" smtClean="0">
                <a:solidFill>
                  <a:srgbClr val="C00000"/>
                </a:solidFill>
              </a:rPr>
              <a:t> </a:t>
            </a:r>
            <a:r>
              <a:rPr lang="en-US" sz="2000" dirty="0" err="1" smtClean="0">
                <a:solidFill>
                  <a:srgbClr val="C00000"/>
                </a:solidFill>
              </a:rPr>
              <a:t>কোন</a:t>
            </a:r>
            <a:r>
              <a:rPr lang="en-US" sz="2000" dirty="0" smtClean="0">
                <a:solidFill>
                  <a:srgbClr val="C00000"/>
                </a:solidFill>
              </a:rPr>
              <a:t> </a:t>
            </a:r>
            <a:r>
              <a:rPr lang="en-US" sz="2000" dirty="0" err="1" smtClean="0">
                <a:solidFill>
                  <a:srgbClr val="C00000"/>
                </a:solidFill>
              </a:rPr>
              <a:t>বিষয়ে</a:t>
            </a:r>
            <a:r>
              <a:rPr lang="en-US" sz="2000" dirty="0" smtClean="0">
                <a:solidFill>
                  <a:srgbClr val="C00000"/>
                </a:solidFill>
              </a:rPr>
              <a:t> </a:t>
            </a:r>
            <a:r>
              <a:rPr lang="en-US" sz="2000" dirty="0" err="1" smtClean="0">
                <a:solidFill>
                  <a:srgbClr val="C00000"/>
                </a:solidFill>
              </a:rPr>
              <a:t>আসলে</a:t>
            </a:r>
            <a:r>
              <a:rPr lang="en-US" sz="2000" dirty="0" smtClean="0">
                <a:solidFill>
                  <a:srgbClr val="C00000"/>
                </a:solidFill>
              </a:rPr>
              <a:t> </a:t>
            </a:r>
            <a:r>
              <a:rPr lang="en-US" sz="2000" dirty="0" err="1" smtClean="0">
                <a:solidFill>
                  <a:srgbClr val="C00000"/>
                </a:solidFill>
              </a:rPr>
              <a:t>কত</a:t>
            </a:r>
            <a:r>
              <a:rPr lang="en-US" sz="2000" dirty="0" smtClean="0">
                <a:solidFill>
                  <a:srgbClr val="C00000"/>
                </a:solidFill>
              </a:rPr>
              <a:t> </a:t>
            </a:r>
            <a:r>
              <a:rPr lang="en-US" sz="2000" dirty="0" err="1" smtClean="0">
                <a:solidFill>
                  <a:srgbClr val="C00000"/>
                </a:solidFill>
              </a:rPr>
              <a:t>অংশ</a:t>
            </a:r>
            <a:r>
              <a:rPr lang="en-US" sz="2000" dirty="0" smtClean="0">
                <a:solidFill>
                  <a:srgbClr val="C00000"/>
                </a:solidFill>
              </a:rPr>
              <a:t> </a:t>
            </a:r>
            <a:r>
              <a:rPr lang="en-US" sz="2000" dirty="0" err="1" smtClean="0">
                <a:solidFill>
                  <a:srgbClr val="C00000"/>
                </a:solidFill>
              </a:rPr>
              <a:t>সংক্ষিপ্ত</a:t>
            </a:r>
            <a:r>
              <a:rPr lang="en-US" sz="2000" dirty="0" smtClean="0">
                <a:solidFill>
                  <a:srgbClr val="C00000"/>
                </a:solidFill>
              </a:rPr>
              <a:t> </a:t>
            </a:r>
            <a:r>
              <a:rPr lang="en-US" sz="2000" dirty="0" err="1" smtClean="0">
                <a:solidFill>
                  <a:srgbClr val="C00000"/>
                </a:solidFill>
              </a:rPr>
              <a:t>হয়েছে</a:t>
            </a:r>
            <a:r>
              <a:rPr lang="en-US" sz="2000" dirty="0" smtClean="0">
                <a:solidFill>
                  <a:srgbClr val="C00000"/>
                </a:solidFill>
              </a:rPr>
              <a:t>।</a:t>
            </a:r>
          </a:p>
          <a:p>
            <a:r>
              <a:rPr lang="en-US" sz="2000" dirty="0" smtClean="0"/>
              <a:t>২। </a:t>
            </a:r>
            <a:r>
              <a:rPr lang="en-US" sz="2000" dirty="0" err="1" smtClean="0">
                <a:solidFill>
                  <a:srgbClr val="C00000"/>
                </a:solidFill>
              </a:rPr>
              <a:t>বিগত</a:t>
            </a:r>
            <a:r>
              <a:rPr lang="en-US" sz="2000" dirty="0" smtClean="0">
                <a:solidFill>
                  <a:srgbClr val="C00000"/>
                </a:solidFill>
              </a:rPr>
              <a:t> </a:t>
            </a:r>
            <a:r>
              <a:rPr lang="en-US" sz="2000" dirty="0" err="1" smtClean="0">
                <a:solidFill>
                  <a:srgbClr val="C00000"/>
                </a:solidFill>
              </a:rPr>
              <a:t>পরীক্ষাগুলোতে</a:t>
            </a:r>
            <a:r>
              <a:rPr lang="en-US" sz="2000" dirty="0" smtClean="0">
                <a:solidFill>
                  <a:srgbClr val="C00000"/>
                </a:solidFill>
              </a:rPr>
              <a:t> </a:t>
            </a:r>
            <a:r>
              <a:rPr lang="en-US" sz="2000" dirty="0" err="1" smtClean="0">
                <a:solidFill>
                  <a:srgbClr val="C00000"/>
                </a:solidFill>
              </a:rPr>
              <a:t>উক্ত</a:t>
            </a:r>
            <a:r>
              <a:rPr lang="en-US" sz="2000" dirty="0" smtClean="0">
                <a:solidFill>
                  <a:srgbClr val="C00000"/>
                </a:solidFill>
              </a:rPr>
              <a:t> </a:t>
            </a:r>
            <a:r>
              <a:rPr lang="en-US" sz="2000" dirty="0" err="1" smtClean="0">
                <a:solidFill>
                  <a:srgbClr val="C00000"/>
                </a:solidFill>
              </a:rPr>
              <a:t>সিলেবাস</a:t>
            </a:r>
            <a:r>
              <a:rPr lang="en-US" sz="2000" dirty="0" smtClean="0">
                <a:solidFill>
                  <a:srgbClr val="C00000"/>
                </a:solidFill>
              </a:rPr>
              <a:t> </a:t>
            </a:r>
            <a:r>
              <a:rPr lang="en-US" sz="2000" dirty="0" err="1" smtClean="0">
                <a:solidFill>
                  <a:srgbClr val="C00000"/>
                </a:solidFill>
              </a:rPr>
              <a:t>থেকে</a:t>
            </a:r>
            <a:r>
              <a:rPr lang="en-US" sz="2000" dirty="0" smtClean="0">
                <a:solidFill>
                  <a:srgbClr val="C00000"/>
                </a:solidFill>
              </a:rPr>
              <a:t> (</a:t>
            </a:r>
            <a:r>
              <a:rPr lang="en-US" sz="2000" dirty="0" err="1" smtClean="0">
                <a:solidFill>
                  <a:srgbClr val="C00000"/>
                </a:solidFill>
              </a:rPr>
              <a:t>অধ্যায়ভিত্তিক</a:t>
            </a:r>
            <a:r>
              <a:rPr lang="en-US" sz="2000" dirty="0" smtClean="0">
                <a:solidFill>
                  <a:srgbClr val="C00000"/>
                </a:solidFill>
              </a:rPr>
              <a:t>) </a:t>
            </a:r>
            <a:r>
              <a:rPr lang="en-US" sz="2000" dirty="0" err="1" smtClean="0">
                <a:solidFill>
                  <a:srgbClr val="C00000"/>
                </a:solidFill>
              </a:rPr>
              <a:t>প্রশ্নের</a:t>
            </a:r>
            <a:r>
              <a:rPr lang="en-US" sz="2000" dirty="0" smtClean="0">
                <a:solidFill>
                  <a:srgbClr val="C00000"/>
                </a:solidFill>
              </a:rPr>
              <a:t> </a:t>
            </a:r>
            <a:r>
              <a:rPr lang="en-US" sz="2000" dirty="0" err="1" smtClean="0">
                <a:solidFill>
                  <a:srgbClr val="C00000"/>
                </a:solidFill>
              </a:rPr>
              <a:t>পরিমাণ</a:t>
            </a:r>
            <a:r>
              <a:rPr lang="en-US" sz="2000" dirty="0" smtClean="0">
                <a:solidFill>
                  <a:srgbClr val="C00000"/>
                </a:solidFill>
              </a:rPr>
              <a:t> </a:t>
            </a:r>
            <a:r>
              <a:rPr lang="en-US" sz="2000" dirty="0" err="1" smtClean="0">
                <a:solidFill>
                  <a:srgbClr val="C00000"/>
                </a:solidFill>
              </a:rPr>
              <a:t>পুরো</a:t>
            </a:r>
            <a:r>
              <a:rPr lang="en-US" sz="2000" dirty="0" smtClean="0">
                <a:solidFill>
                  <a:srgbClr val="C00000"/>
                </a:solidFill>
              </a:rPr>
              <a:t> </a:t>
            </a:r>
            <a:r>
              <a:rPr lang="en-US" sz="2000" dirty="0" err="1" smtClean="0">
                <a:solidFill>
                  <a:srgbClr val="C00000"/>
                </a:solidFill>
              </a:rPr>
              <a:t>প্রশ্নের</a:t>
            </a:r>
            <a:r>
              <a:rPr lang="en-US" sz="2000" dirty="0" smtClean="0">
                <a:solidFill>
                  <a:srgbClr val="C00000"/>
                </a:solidFill>
              </a:rPr>
              <a:t> </a:t>
            </a:r>
            <a:r>
              <a:rPr lang="en-US" sz="2000" dirty="0" err="1" smtClean="0">
                <a:solidFill>
                  <a:srgbClr val="C00000"/>
                </a:solidFill>
              </a:rPr>
              <a:t>কত</a:t>
            </a:r>
            <a:r>
              <a:rPr lang="en-US" sz="2000" dirty="0" smtClean="0">
                <a:solidFill>
                  <a:srgbClr val="C00000"/>
                </a:solidFill>
              </a:rPr>
              <a:t> </a:t>
            </a:r>
            <a:r>
              <a:rPr lang="en-US" sz="2000" dirty="0" err="1" smtClean="0">
                <a:solidFill>
                  <a:srgbClr val="C00000"/>
                </a:solidFill>
              </a:rPr>
              <a:t>অংশ</a:t>
            </a:r>
            <a:r>
              <a:rPr lang="en-US" sz="2000" dirty="0" smtClean="0">
                <a:solidFill>
                  <a:srgbClr val="C00000"/>
                </a:solidFill>
              </a:rPr>
              <a:t>।</a:t>
            </a:r>
          </a:p>
          <a:p>
            <a:r>
              <a:rPr lang="en-US" sz="2000" dirty="0" smtClean="0"/>
              <a:t>৩। </a:t>
            </a:r>
            <a:r>
              <a:rPr lang="en-US" sz="2000" dirty="0" err="1" smtClean="0">
                <a:solidFill>
                  <a:srgbClr val="0070C0"/>
                </a:solidFill>
              </a:rPr>
              <a:t>কোন</a:t>
            </a:r>
            <a:r>
              <a:rPr lang="en-US" sz="2000" dirty="0" smtClean="0">
                <a:solidFill>
                  <a:srgbClr val="0070C0"/>
                </a:solidFill>
              </a:rPr>
              <a:t> </a:t>
            </a:r>
            <a:r>
              <a:rPr lang="en-US" sz="2000" dirty="0" err="1" smtClean="0">
                <a:solidFill>
                  <a:srgbClr val="0070C0"/>
                </a:solidFill>
              </a:rPr>
              <a:t>বিষয়ে</a:t>
            </a:r>
            <a:r>
              <a:rPr lang="en-US" sz="2000" dirty="0" smtClean="0">
                <a:solidFill>
                  <a:srgbClr val="0070C0"/>
                </a:solidFill>
              </a:rPr>
              <a:t> </a:t>
            </a:r>
            <a:r>
              <a:rPr lang="en-US" sz="2000" dirty="0" err="1" smtClean="0">
                <a:solidFill>
                  <a:srgbClr val="0070C0"/>
                </a:solidFill>
              </a:rPr>
              <a:t>প্রশ্নকর্তা</a:t>
            </a:r>
            <a:r>
              <a:rPr lang="en-US" sz="2000" dirty="0" smtClean="0">
                <a:solidFill>
                  <a:srgbClr val="0070C0"/>
                </a:solidFill>
              </a:rPr>
              <a:t> </a:t>
            </a:r>
            <a:r>
              <a:rPr lang="en-US" sz="2000" dirty="0" err="1" smtClean="0">
                <a:solidFill>
                  <a:srgbClr val="0070C0"/>
                </a:solidFill>
              </a:rPr>
              <a:t>প্রশ্নের</a:t>
            </a:r>
            <a:r>
              <a:rPr lang="en-US" sz="2000" dirty="0" smtClean="0">
                <a:solidFill>
                  <a:srgbClr val="0070C0"/>
                </a:solidFill>
              </a:rPr>
              <a:t> </a:t>
            </a:r>
            <a:r>
              <a:rPr lang="en-US" sz="2000" dirty="0" err="1" smtClean="0">
                <a:solidFill>
                  <a:srgbClr val="0070C0"/>
                </a:solidFill>
              </a:rPr>
              <a:t>জটিলতার</a:t>
            </a:r>
            <a:r>
              <a:rPr lang="en-US" sz="2000" dirty="0" smtClean="0">
                <a:solidFill>
                  <a:srgbClr val="0070C0"/>
                </a:solidFill>
              </a:rPr>
              <a:t> </a:t>
            </a:r>
            <a:r>
              <a:rPr lang="en-US" sz="2000" dirty="0" err="1" smtClean="0">
                <a:solidFill>
                  <a:srgbClr val="0070C0"/>
                </a:solidFill>
              </a:rPr>
              <a:t>সাথে</a:t>
            </a:r>
            <a:r>
              <a:rPr lang="en-US" sz="2000" dirty="0" smtClean="0">
                <a:solidFill>
                  <a:srgbClr val="0070C0"/>
                </a:solidFill>
              </a:rPr>
              <a:t> </a:t>
            </a:r>
            <a:r>
              <a:rPr lang="en-US" sz="2000" dirty="0" err="1" smtClean="0">
                <a:solidFill>
                  <a:srgbClr val="0070C0"/>
                </a:solidFill>
              </a:rPr>
              <a:t>শিক্ষার্থীবৃন্দের</a:t>
            </a:r>
            <a:r>
              <a:rPr lang="en-US" sz="2000" dirty="0" smtClean="0">
                <a:solidFill>
                  <a:srgbClr val="0070C0"/>
                </a:solidFill>
              </a:rPr>
              <a:t> </a:t>
            </a:r>
            <a:r>
              <a:rPr lang="en-US" sz="2000" dirty="0" err="1" smtClean="0">
                <a:solidFill>
                  <a:srgbClr val="0070C0"/>
                </a:solidFill>
              </a:rPr>
              <a:t>সময়ের</a:t>
            </a:r>
            <a:r>
              <a:rPr lang="en-US" sz="2000" dirty="0" smtClean="0">
                <a:solidFill>
                  <a:srgbClr val="0070C0"/>
                </a:solidFill>
              </a:rPr>
              <a:t> ও </a:t>
            </a:r>
            <a:r>
              <a:rPr lang="en-US" sz="2000" dirty="0" err="1" smtClean="0">
                <a:solidFill>
                  <a:srgbClr val="0070C0"/>
                </a:solidFill>
              </a:rPr>
              <a:t>অনুশীলনের</a:t>
            </a:r>
            <a:r>
              <a:rPr lang="en-US" sz="2000" dirty="0" smtClean="0">
                <a:solidFill>
                  <a:srgbClr val="0070C0"/>
                </a:solidFill>
              </a:rPr>
              <a:t> </a:t>
            </a:r>
            <a:r>
              <a:rPr lang="en-US" sz="2000" dirty="0" err="1" smtClean="0">
                <a:solidFill>
                  <a:srgbClr val="0070C0"/>
                </a:solidFill>
              </a:rPr>
              <a:t>অভাবের</a:t>
            </a:r>
            <a:r>
              <a:rPr lang="en-US" sz="2000" dirty="0" smtClean="0">
                <a:solidFill>
                  <a:srgbClr val="0070C0"/>
                </a:solidFill>
              </a:rPr>
              <a:t> </a:t>
            </a:r>
            <a:r>
              <a:rPr lang="en-US" sz="2000" dirty="0" err="1" smtClean="0">
                <a:solidFill>
                  <a:srgbClr val="0070C0"/>
                </a:solidFill>
              </a:rPr>
              <a:t>কোনো</a:t>
            </a:r>
            <a:r>
              <a:rPr lang="en-US" sz="2000" dirty="0" smtClean="0">
                <a:solidFill>
                  <a:srgbClr val="0070C0"/>
                </a:solidFill>
              </a:rPr>
              <a:t> </a:t>
            </a:r>
            <a:r>
              <a:rPr lang="en-US" sz="2000" dirty="0" err="1" smtClean="0">
                <a:solidFill>
                  <a:srgbClr val="0070C0"/>
                </a:solidFill>
              </a:rPr>
              <a:t>আপোষ</a:t>
            </a:r>
            <a:r>
              <a:rPr lang="en-US" sz="2000" dirty="0" smtClean="0">
                <a:solidFill>
                  <a:srgbClr val="0070C0"/>
                </a:solidFill>
              </a:rPr>
              <a:t> </a:t>
            </a:r>
            <a:r>
              <a:rPr lang="en-US" sz="2000" dirty="0" err="1" smtClean="0">
                <a:solidFill>
                  <a:srgbClr val="0070C0"/>
                </a:solidFill>
              </a:rPr>
              <a:t>করার</a:t>
            </a:r>
            <a:r>
              <a:rPr lang="en-US" sz="2000" dirty="0" smtClean="0">
                <a:solidFill>
                  <a:srgbClr val="0070C0"/>
                </a:solidFill>
              </a:rPr>
              <a:t> </a:t>
            </a:r>
            <a:r>
              <a:rPr lang="en-US" sz="2000" dirty="0" err="1" smtClean="0">
                <a:solidFill>
                  <a:srgbClr val="0070C0"/>
                </a:solidFill>
              </a:rPr>
              <a:t>চেষ্টা</a:t>
            </a:r>
            <a:r>
              <a:rPr lang="en-US" sz="2000" dirty="0" smtClean="0">
                <a:solidFill>
                  <a:srgbClr val="0070C0"/>
                </a:solidFill>
              </a:rPr>
              <a:t> </a:t>
            </a:r>
            <a:r>
              <a:rPr lang="en-US" sz="2000" dirty="0" err="1" smtClean="0">
                <a:solidFill>
                  <a:srgbClr val="0070C0"/>
                </a:solidFill>
              </a:rPr>
              <a:t>করবে</a:t>
            </a:r>
            <a:r>
              <a:rPr lang="en-US" sz="2000" dirty="0" smtClean="0">
                <a:solidFill>
                  <a:srgbClr val="0070C0"/>
                </a:solidFill>
              </a:rPr>
              <a:t> </a:t>
            </a:r>
            <a:r>
              <a:rPr lang="en-US" sz="2000" dirty="0" err="1" smtClean="0">
                <a:solidFill>
                  <a:srgbClr val="0070C0"/>
                </a:solidFill>
              </a:rPr>
              <a:t>কি</a:t>
            </a:r>
            <a:r>
              <a:rPr lang="en-US" sz="2000" dirty="0" smtClean="0">
                <a:solidFill>
                  <a:srgbClr val="0070C0"/>
                </a:solidFill>
              </a:rPr>
              <a:t> </a:t>
            </a:r>
            <a:r>
              <a:rPr lang="en-US" sz="2000" dirty="0" err="1" smtClean="0">
                <a:solidFill>
                  <a:srgbClr val="0070C0"/>
                </a:solidFill>
              </a:rPr>
              <a:t>না</a:t>
            </a:r>
            <a:r>
              <a:rPr lang="en-US" sz="2000" dirty="0" smtClean="0">
                <a:solidFill>
                  <a:srgbClr val="0070C0"/>
                </a:solidFill>
              </a:rPr>
              <a:t>। </a:t>
            </a:r>
            <a:endParaRPr lang="en-US" sz="2000" dirty="0">
              <a:solidFill>
                <a:srgbClr val="0070C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পরীক্ষার</a:t>
            </a:r>
            <a:r>
              <a:rPr lang="en-US" dirty="0" smtClean="0"/>
              <a:t> </a:t>
            </a:r>
            <a:r>
              <a:rPr lang="en-US" dirty="0" err="1" smtClean="0"/>
              <a:t>হল</a:t>
            </a:r>
            <a:endParaRPr lang="en-US" dirty="0"/>
          </a:p>
        </p:txBody>
      </p:sp>
      <p:sp>
        <p:nvSpPr>
          <p:cNvPr id="3" name="Content Placeholder 2"/>
          <p:cNvSpPr>
            <a:spLocks noGrp="1"/>
          </p:cNvSpPr>
          <p:nvPr>
            <p:ph idx="1"/>
          </p:nvPr>
        </p:nvSpPr>
        <p:spPr/>
        <p:txBody>
          <a:bodyPr/>
          <a:lstStyle/>
          <a:p>
            <a:r>
              <a:rPr lang="en-US" sz="2000" dirty="0" smtClean="0"/>
              <a:t>১। </a:t>
            </a:r>
            <a:r>
              <a:rPr lang="en-US" sz="2000" dirty="0" err="1" smtClean="0">
                <a:solidFill>
                  <a:srgbClr val="7030A0"/>
                </a:solidFill>
              </a:rPr>
              <a:t>হলে</a:t>
            </a:r>
            <a:r>
              <a:rPr lang="en-US" sz="2000" dirty="0" smtClean="0">
                <a:solidFill>
                  <a:srgbClr val="7030A0"/>
                </a:solidFill>
              </a:rPr>
              <a:t> </a:t>
            </a:r>
            <a:r>
              <a:rPr lang="en-US" sz="2000" dirty="0" err="1" smtClean="0">
                <a:solidFill>
                  <a:srgbClr val="7030A0"/>
                </a:solidFill>
              </a:rPr>
              <a:t>যারা</a:t>
            </a:r>
            <a:r>
              <a:rPr lang="en-US" sz="2000" dirty="0" smtClean="0">
                <a:solidFill>
                  <a:srgbClr val="7030A0"/>
                </a:solidFill>
              </a:rPr>
              <a:t> </a:t>
            </a:r>
            <a:r>
              <a:rPr lang="en-US" sz="2000" dirty="0" err="1" smtClean="0">
                <a:solidFill>
                  <a:srgbClr val="7030A0"/>
                </a:solidFill>
              </a:rPr>
              <a:t>সাথে</a:t>
            </a:r>
            <a:r>
              <a:rPr lang="en-US" sz="2000" dirty="0" smtClean="0">
                <a:solidFill>
                  <a:srgbClr val="7030A0"/>
                </a:solidFill>
              </a:rPr>
              <a:t> </a:t>
            </a:r>
            <a:r>
              <a:rPr lang="en-US" sz="2000" dirty="0" err="1" smtClean="0">
                <a:solidFill>
                  <a:srgbClr val="7030A0"/>
                </a:solidFill>
              </a:rPr>
              <a:t>বসবে</a:t>
            </a:r>
            <a:r>
              <a:rPr lang="en-US" sz="2000" dirty="0" smtClean="0">
                <a:solidFill>
                  <a:srgbClr val="7030A0"/>
                </a:solidFill>
              </a:rPr>
              <a:t> </a:t>
            </a:r>
            <a:r>
              <a:rPr lang="en-US" sz="2000" dirty="0" err="1" smtClean="0">
                <a:solidFill>
                  <a:srgbClr val="7030A0"/>
                </a:solidFill>
              </a:rPr>
              <a:t>তারা</a:t>
            </a:r>
            <a:r>
              <a:rPr lang="en-US" sz="2000" dirty="0" smtClean="0">
                <a:solidFill>
                  <a:srgbClr val="7030A0"/>
                </a:solidFill>
              </a:rPr>
              <a:t> </a:t>
            </a:r>
            <a:r>
              <a:rPr lang="en-US" sz="2000" dirty="0" err="1" smtClean="0">
                <a:solidFill>
                  <a:srgbClr val="7030A0"/>
                </a:solidFill>
              </a:rPr>
              <a:t>কি</a:t>
            </a:r>
            <a:r>
              <a:rPr lang="en-US" sz="2000" dirty="0" smtClean="0">
                <a:solidFill>
                  <a:srgbClr val="7030A0"/>
                </a:solidFill>
              </a:rPr>
              <a:t> </a:t>
            </a:r>
            <a:r>
              <a:rPr lang="en-US" sz="2000" dirty="0" err="1" smtClean="0">
                <a:solidFill>
                  <a:srgbClr val="7030A0"/>
                </a:solidFill>
              </a:rPr>
              <a:t>পরীক্ষার</a:t>
            </a:r>
            <a:r>
              <a:rPr lang="en-US" sz="2000" dirty="0" smtClean="0">
                <a:solidFill>
                  <a:srgbClr val="7030A0"/>
                </a:solidFill>
              </a:rPr>
              <a:t> </a:t>
            </a:r>
            <a:r>
              <a:rPr lang="en-US" sz="2000" dirty="0" err="1" smtClean="0">
                <a:solidFill>
                  <a:srgbClr val="7030A0"/>
                </a:solidFill>
              </a:rPr>
              <a:t>হলে</a:t>
            </a:r>
            <a:r>
              <a:rPr lang="en-US" sz="2000" dirty="0" smtClean="0">
                <a:solidFill>
                  <a:srgbClr val="7030A0"/>
                </a:solidFill>
              </a:rPr>
              <a:t> </a:t>
            </a:r>
            <a:r>
              <a:rPr lang="en-US" sz="2000" dirty="0" err="1" smtClean="0">
                <a:solidFill>
                  <a:srgbClr val="7030A0"/>
                </a:solidFill>
              </a:rPr>
              <a:t>সাহায্য</a:t>
            </a:r>
            <a:r>
              <a:rPr lang="en-US" sz="2000" dirty="0" smtClean="0">
                <a:solidFill>
                  <a:srgbClr val="7030A0"/>
                </a:solidFill>
              </a:rPr>
              <a:t> </a:t>
            </a:r>
            <a:r>
              <a:rPr lang="en-US" sz="2000" dirty="0" err="1" smtClean="0">
                <a:solidFill>
                  <a:srgbClr val="7030A0"/>
                </a:solidFill>
              </a:rPr>
              <a:t>করবে</a:t>
            </a:r>
            <a:r>
              <a:rPr lang="en-US" sz="2000" dirty="0" smtClean="0">
                <a:solidFill>
                  <a:srgbClr val="7030A0"/>
                </a:solidFill>
              </a:rPr>
              <a:t>(/</a:t>
            </a:r>
            <a:r>
              <a:rPr lang="en-US" sz="2000" dirty="0" err="1" smtClean="0">
                <a:solidFill>
                  <a:srgbClr val="7030A0"/>
                </a:solidFill>
              </a:rPr>
              <a:t>জ্বালাবে</a:t>
            </a:r>
            <a:r>
              <a:rPr lang="en-US" sz="2000" dirty="0" smtClean="0">
                <a:solidFill>
                  <a:srgbClr val="7030A0"/>
                </a:solidFill>
              </a:rPr>
              <a:t>)?</a:t>
            </a:r>
          </a:p>
          <a:p>
            <a:r>
              <a:rPr lang="en-US" sz="2000" dirty="0" smtClean="0"/>
              <a:t>২। </a:t>
            </a:r>
            <a:r>
              <a:rPr lang="en-US" sz="2000" dirty="0" err="1" smtClean="0">
                <a:solidFill>
                  <a:srgbClr val="C00000"/>
                </a:solidFill>
              </a:rPr>
              <a:t>সেন্টার</a:t>
            </a:r>
            <a:r>
              <a:rPr lang="en-US" sz="2000" dirty="0" smtClean="0">
                <a:solidFill>
                  <a:srgbClr val="C00000"/>
                </a:solidFill>
              </a:rPr>
              <a:t> (</a:t>
            </a:r>
            <a:r>
              <a:rPr lang="en-US" sz="2000" dirty="0" err="1" smtClean="0">
                <a:solidFill>
                  <a:srgbClr val="C00000"/>
                </a:solidFill>
              </a:rPr>
              <a:t>যদি</a:t>
            </a:r>
            <a:r>
              <a:rPr lang="en-US" sz="2000" dirty="0" smtClean="0">
                <a:solidFill>
                  <a:srgbClr val="C00000"/>
                </a:solidFill>
              </a:rPr>
              <a:t> </a:t>
            </a:r>
            <a:r>
              <a:rPr lang="en-US" sz="2000" dirty="0" err="1" smtClean="0">
                <a:solidFill>
                  <a:srgbClr val="C00000"/>
                </a:solidFill>
              </a:rPr>
              <a:t>জানা</a:t>
            </a:r>
            <a:r>
              <a:rPr lang="en-US" sz="2000" dirty="0" smtClean="0">
                <a:solidFill>
                  <a:srgbClr val="C00000"/>
                </a:solidFill>
              </a:rPr>
              <a:t> </a:t>
            </a:r>
            <a:r>
              <a:rPr lang="en-US" sz="2000" dirty="0" err="1" smtClean="0">
                <a:solidFill>
                  <a:srgbClr val="C00000"/>
                </a:solidFill>
              </a:rPr>
              <a:t>থাকে</a:t>
            </a:r>
            <a:r>
              <a:rPr lang="en-US" sz="2000" dirty="0" smtClean="0">
                <a:solidFill>
                  <a:srgbClr val="C00000"/>
                </a:solidFill>
              </a:rPr>
              <a:t>) </a:t>
            </a:r>
            <a:r>
              <a:rPr lang="en-US" sz="2000" dirty="0" err="1" smtClean="0">
                <a:solidFill>
                  <a:srgbClr val="C00000"/>
                </a:solidFill>
              </a:rPr>
              <a:t>অনুকূল</a:t>
            </a:r>
            <a:r>
              <a:rPr lang="en-US" sz="2000" dirty="0" smtClean="0">
                <a:solidFill>
                  <a:srgbClr val="C00000"/>
                </a:solidFill>
              </a:rPr>
              <a:t> </a:t>
            </a:r>
            <a:r>
              <a:rPr lang="en-US" sz="2000" dirty="0" err="1" smtClean="0">
                <a:solidFill>
                  <a:srgbClr val="C00000"/>
                </a:solidFill>
              </a:rPr>
              <a:t>না</a:t>
            </a:r>
            <a:r>
              <a:rPr lang="en-US" sz="2000" dirty="0" smtClean="0">
                <a:solidFill>
                  <a:srgbClr val="C00000"/>
                </a:solidFill>
              </a:rPr>
              <a:t> </a:t>
            </a:r>
            <a:r>
              <a:rPr lang="en-US" sz="2000" dirty="0" err="1" smtClean="0">
                <a:solidFill>
                  <a:srgbClr val="C00000"/>
                </a:solidFill>
              </a:rPr>
              <a:t>প্রতিকূল</a:t>
            </a:r>
            <a:r>
              <a:rPr lang="en-US" sz="2000" dirty="0" smtClean="0">
                <a:solidFill>
                  <a:srgbClr val="C00000"/>
                </a:solidFill>
              </a:rPr>
              <a:t> (</a:t>
            </a:r>
            <a:r>
              <a:rPr lang="en-US" sz="2000" dirty="0" err="1" smtClean="0">
                <a:solidFill>
                  <a:srgbClr val="C00000"/>
                </a:solidFill>
              </a:rPr>
              <a:t>বিদ্যু</a:t>
            </a:r>
            <a:r>
              <a:rPr lang="en-US" sz="2000" dirty="0" smtClean="0">
                <a:solidFill>
                  <a:srgbClr val="C00000"/>
                </a:solidFill>
              </a:rPr>
              <a:t>ৎ, </a:t>
            </a:r>
            <a:r>
              <a:rPr lang="en-US" sz="2000" dirty="0" err="1" smtClean="0">
                <a:solidFill>
                  <a:srgbClr val="C00000"/>
                </a:solidFill>
              </a:rPr>
              <a:t>যাতায়াত</a:t>
            </a:r>
            <a:r>
              <a:rPr lang="en-US" sz="2000" dirty="0" smtClean="0">
                <a:solidFill>
                  <a:srgbClr val="C00000"/>
                </a:solidFill>
              </a:rPr>
              <a:t>, </a:t>
            </a:r>
            <a:r>
              <a:rPr lang="en-US" sz="2000" dirty="0" err="1" smtClean="0">
                <a:solidFill>
                  <a:srgbClr val="C00000"/>
                </a:solidFill>
              </a:rPr>
              <a:t>গার্জিয়ান</a:t>
            </a:r>
            <a:r>
              <a:rPr lang="en-US" sz="2000" dirty="0" smtClean="0">
                <a:solidFill>
                  <a:srgbClr val="C00000"/>
                </a:solidFill>
              </a:rPr>
              <a:t>)।</a:t>
            </a:r>
          </a:p>
          <a:p>
            <a:r>
              <a:rPr lang="en-US" sz="2000" dirty="0" smtClean="0"/>
              <a:t>৩। </a:t>
            </a:r>
            <a:r>
              <a:rPr lang="en-US" sz="2000" dirty="0" err="1" smtClean="0">
                <a:solidFill>
                  <a:srgbClr val="C00000"/>
                </a:solidFill>
              </a:rPr>
              <a:t>গার্ড</a:t>
            </a:r>
            <a:r>
              <a:rPr lang="en-US" sz="2000" dirty="0" smtClean="0">
                <a:solidFill>
                  <a:srgbClr val="C00000"/>
                </a:solidFill>
              </a:rPr>
              <a:t> ,</a:t>
            </a:r>
            <a:r>
              <a:rPr lang="en-US" sz="2000" dirty="0" err="1" smtClean="0">
                <a:solidFill>
                  <a:srgbClr val="C00000"/>
                </a:solidFill>
              </a:rPr>
              <a:t>কলেজ</a:t>
            </a:r>
            <a:r>
              <a:rPr lang="en-US" sz="2000" dirty="0" smtClean="0">
                <a:solidFill>
                  <a:srgbClr val="C00000"/>
                </a:solidFill>
              </a:rPr>
              <a:t> </a:t>
            </a:r>
            <a:r>
              <a:rPr lang="en-US" sz="2000" dirty="0" err="1" smtClean="0">
                <a:solidFill>
                  <a:srgbClr val="C00000"/>
                </a:solidFill>
              </a:rPr>
              <a:t>পলিটিক্স</a:t>
            </a:r>
            <a:r>
              <a:rPr lang="en-US" sz="2000" dirty="0" smtClean="0">
                <a:solidFill>
                  <a:srgbClr val="C00000"/>
                </a:solidFill>
              </a:rPr>
              <a:t> , </a:t>
            </a:r>
            <a:r>
              <a:rPr lang="en-US" sz="2000" dirty="0" err="1" smtClean="0">
                <a:solidFill>
                  <a:srgbClr val="C00000"/>
                </a:solidFill>
              </a:rPr>
              <a:t>হিংসা</a:t>
            </a:r>
            <a:r>
              <a:rPr lang="en-US" sz="2000" dirty="0" smtClean="0">
                <a:solidFill>
                  <a:srgbClr val="C00000"/>
                </a:solidFill>
              </a:rPr>
              <a:t>, </a:t>
            </a:r>
            <a:r>
              <a:rPr lang="en-US" sz="2000" dirty="0" err="1" smtClean="0">
                <a:solidFill>
                  <a:srgbClr val="C00000"/>
                </a:solidFill>
              </a:rPr>
              <a:t>বাথরুম</a:t>
            </a:r>
            <a:r>
              <a:rPr lang="en-US" sz="2000" dirty="0" smtClean="0">
                <a:solidFill>
                  <a:srgbClr val="C00000"/>
                </a:solidFill>
              </a:rPr>
              <a:t>।</a:t>
            </a:r>
            <a:endParaRPr lang="en-US" sz="2000" dirty="0" smtClean="0"/>
          </a:p>
          <a:p>
            <a:endParaRPr lang="en-US" dirty="0">
              <a:solidFill>
                <a:srgbClr val="C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কলেজ</a:t>
            </a:r>
            <a:endParaRPr lang="en-US" dirty="0"/>
          </a:p>
        </p:txBody>
      </p:sp>
      <p:sp>
        <p:nvSpPr>
          <p:cNvPr id="3" name="Content Placeholder 2"/>
          <p:cNvSpPr>
            <a:spLocks noGrp="1"/>
          </p:cNvSpPr>
          <p:nvPr>
            <p:ph idx="1"/>
          </p:nvPr>
        </p:nvSpPr>
        <p:spPr/>
        <p:txBody>
          <a:bodyPr>
            <a:normAutofit/>
          </a:bodyPr>
          <a:lstStyle/>
          <a:p>
            <a:r>
              <a:rPr lang="en-US" sz="2000" dirty="0" smtClean="0"/>
              <a:t>১। </a:t>
            </a:r>
            <a:r>
              <a:rPr lang="en-US" sz="2000" dirty="0" err="1" smtClean="0">
                <a:solidFill>
                  <a:srgbClr val="C00000"/>
                </a:solidFill>
              </a:rPr>
              <a:t>ব্যবহারিক</a:t>
            </a:r>
            <a:r>
              <a:rPr lang="en-US" sz="2000" dirty="0" smtClean="0">
                <a:solidFill>
                  <a:srgbClr val="C00000"/>
                </a:solidFill>
              </a:rPr>
              <a:t> এ </a:t>
            </a:r>
            <a:r>
              <a:rPr lang="en-US" sz="2000" dirty="0" err="1" smtClean="0">
                <a:solidFill>
                  <a:srgbClr val="C00000"/>
                </a:solidFill>
              </a:rPr>
              <a:t>কি</a:t>
            </a:r>
            <a:r>
              <a:rPr lang="en-US" sz="2000" dirty="0" smtClean="0">
                <a:solidFill>
                  <a:srgbClr val="C00000"/>
                </a:solidFill>
              </a:rPr>
              <a:t> </a:t>
            </a:r>
            <a:r>
              <a:rPr lang="en-US" sz="2000" dirty="0" err="1" smtClean="0">
                <a:solidFill>
                  <a:srgbClr val="C00000"/>
                </a:solidFill>
              </a:rPr>
              <a:t>যন্ত্রণা</a:t>
            </a:r>
            <a:r>
              <a:rPr lang="en-US" sz="2000" dirty="0" smtClean="0">
                <a:solidFill>
                  <a:srgbClr val="C00000"/>
                </a:solidFill>
              </a:rPr>
              <a:t> </a:t>
            </a:r>
            <a:r>
              <a:rPr lang="en-US" sz="2000" dirty="0" err="1" smtClean="0">
                <a:solidFill>
                  <a:srgbClr val="C00000"/>
                </a:solidFill>
              </a:rPr>
              <a:t>দিবে</a:t>
            </a:r>
            <a:r>
              <a:rPr lang="en-US" sz="2000" dirty="0" smtClean="0">
                <a:solidFill>
                  <a:srgbClr val="C00000"/>
                </a:solidFill>
              </a:rPr>
              <a:t>।</a:t>
            </a:r>
          </a:p>
          <a:p>
            <a:r>
              <a:rPr lang="en-US" sz="2000" dirty="0" smtClean="0"/>
              <a:t>২। </a:t>
            </a:r>
            <a:r>
              <a:rPr lang="en-US" sz="2000" dirty="0" err="1" smtClean="0">
                <a:solidFill>
                  <a:srgbClr val="C00000"/>
                </a:solidFill>
              </a:rPr>
              <a:t>কোনো</a:t>
            </a:r>
            <a:r>
              <a:rPr lang="en-US" sz="2000" dirty="0" smtClean="0">
                <a:solidFill>
                  <a:srgbClr val="C00000"/>
                </a:solidFill>
              </a:rPr>
              <a:t> </a:t>
            </a:r>
            <a:r>
              <a:rPr lang="en-US" sz="2000" dirty="0" err="1" smtClean="0">
                <a:solidFill>
                  <a:srgbClr val="C00000"/>
                </a:solidFill>
              </a:rPr>
              <a:t>দূর্নীতির</a:t>
            </a:r>
            <a:r>
              <a:rPr lang="en-US" sz="2000" dirty="0" smtClean="0">
                <a:solidFill>
                  <a:srgbClr val="C00000"/>
                </a:solidFill>
              </a:rPr>
              <a:t> </a:t>
            </a:r>
            <a:r>
              <a:rPr lang="en-US" sz="2000" dirty="0" err="1" smtClean="0">
                <a:solidFill>
                  <a:srgbClr val="C00000"/>
                </a:solidFill>
              </a:rPr>
              <a:t>শিকার</a:t>
            </a:r>
            <a:r>
              <a:rPr lang="en-US" sz="2000" dirty="0" smtClean="0">
                <a:solidFill>
                  <a:srgbClr val="C00000"/>
                </a:solidFill>
              </a:rPr>
              <a:t> </a:t>
            </a:r>
            <a:r>
              <a:rPr lang="en-US" sz="2000" dirty="0" err="1" smtClean="0">
                <a:solidFill>
                  <a:srgbClr val="C00000"/>
                </a:solidFill>
              </a:rPr>
              <a:t>হবো</a:t>
            </a:r>
            <a:r>
              <a:rPr lang="en-US" sz="2000" dirty="0" smtClean="0">
                <a:solidFill>
                  <a:srgbClr val="C00000"/>
                </a:solidFill>
              </a:rPr>
              <a:t> </a:t>
            </a:r>
            <a:r>
              <a:rPr lang="en-US" sz="2000" dirty="0" err="1" smtClean="0">
                <a:solidFill>
                  <a:srgbClr val="C00000"/>
                </a:solidFill>
              </a:rPr>
              <a:t>কি</a:t>
            </a:r>
            <a:r>
              <a:rPr lang="en-US" sz="2000" dirty="0" smtClean="0">
                <a:solidFill>
                  <a:srgbClr val="C00000"/>
                </a:solidFill>
              </a:rPr>
              <a:t> </a:t>
            </a:r>
            <a:r>
              <a:rPr lang="en-US" sz="2000" dirty="0" err="1" smtClean="0">
                <a:solidFill>
                  <a:srgbClr val="C00000"/>
                </a:solidFill>
              </a:rPr>
              <a:t>না</a:t>
            </a:r>
            <a:r>
              <a:rPr lang="en-US" sz="2000" dirty="0" smtClean="0">
                <a:solidFill>
                  <a:srgbClr val="C00000"/>
                </a:solidFill>
              </a:rPr>
              <a:t>। </a:t>
            </a:r>
          </a:p>
          <a:p>
            <a:r>
              <a:rPr lang="en-US" sz="2000" dirty="0" smtClean="0"/>
              <a:t>৩। </a:t>
            </a:r>
            <a:r>
              <a:rPr lang="en-US" sz="2000" dirty="0" err="1" smtClean="0">
                <a:solidFill>
                  <a:schemeClr val="accent4">
                    <a:lumMod val="75000"/>
                  </a:schemeClr>
                </a:solidFill>
              </a:rPr>
              <a:t>কলেজে</a:t>
            </a:r>
            <a:r>
              <a:rPr lang="en-US" sz="2000" dirty="0" smtClean="0">
                <a:solidFill>
                  <a:schemeClr val="accent4">
                    <a:lumMod val="75000"/>
                  </a:schemeClr>
                </a:solidFill>
              </a:rPr>
              <a:t> </a:t>
            </a:r>
            <a:r>
              <a:rPr lang="en-US" sz="2000" dirty="0" err="1" smtClean="0">
                <a:solidFill>
                  <a:schemeClr val="accent4">
                    <a:lumMod val="75000"/>
                  </a:schemeClr>
                </a:solidFill>
              </a:rPr>
              <a:t>ডেকে</a:t>
            </a:r>
            <a:r>
              <a:rPr lang="en-US" sz="2000" dirty="0" smtClean="0">
                <a:solidFill>
                  <a:schemeClr val="accent4">
                    <a:lumMod val="75000"/>
                  </a:schemeClr>
                </a:solidFill>
              </a:rPr>
              <a:t> </a:t>
            </a:r>
            <a:r>
              <a:rPr lang="en-US" sz="2000" dirty="0" err="1" smtClean="0">
                <a:solidFill>
                  <a:schemeClr val="accent4">
                    <a:lumMod val="75000"/>
                  </a:schemeClr>
                </a:solidFill>
              </a:rPr>
              <a:t>সময়</a:t>
            </a:r>
            <a:r>
              <a:rPr lang="en-US" sz="2000" dirty="0" smtClean="0">
                <a:solidFill>
                  <a:schemeClr val="accent4">
                    <a:lumMod val="75000"/>
                  </a:schemeClr>
                </a:solidFill>
              </a:rPr>
              <a:t> </a:t>
            </a:r>
            <a:r>
              <a:rPr lang="en-US" sz="2000" dirty="0" err="1" smtClean="0">
                <a:solidFill>
                  <a:schemeClr val="accent4">
                    <a:lumMod val="75000"/>
                  </a:schemeClr>
                </a:solidFill>
              </a:rPr>
              <a:t>নষ্ট</a:t>
            </a:r>
            <a:r>
              <a:rPr lang="en-US" sz="2000" dirty="0" smtClean="0">
                <a:solidFill>
                  <a:schemeClr val="accent4">
                    <a:lumMod val="75000"/>
                  </a:schemeClr>
                </a:solidFill>
              </a:rPr>
              <a:t> </a:t>
            </a:r>
            <a:r>
              <a:rPr lang="en-US" sz="2000" dirty="0" err="1" smtClean="0">
                <a:solidFill>
                  <a:schemeClr val="accent4">
                    <a:lumMod val="75000"/>
                  </a:schemeClr>
                </a:solidFill>
              </a:rPr>
              <a:t>করবে</a:t>
            </a:r>
            <a:r>
              <a:rPr lang="en-US" sz="2000" dirty="0" smtClean="0">
                <a:solidFill>
                  <a:schemeClr val="accent4">
                    <a:lumMod val="75000"/>
                  </a:schemeClr>
                </a:solidFill>
              </a:rPr>
              <a:t> </a:t>
            </a:r>
            <a:r>
              <a:rPr lang="en-US" sz="2000" dirty="0" err="1" smtClean="0">
                <a:solidFill>
                  <a:schemeClr val="accent4">
                    <a:lumMod val="75000"/>
                  </a:schemeClr>
                </a:solidFill>
              </a:rPr>
              <a:t>কি</a:t>
            </a:r>
            <a:r>
              <a:rPr lang="en-US" sz="2000" dirty="0" smtClean="0">
                <a:solidFill>
                  <a:schemeClr val="accent4">
                    <a:lumMod val="75000"/>
                  </a:schemeClr>
                </a:solidFill>
              </a:rPr>
              <a:t> </a:t>
            </a:r>
            <a:r>
              <a:rPr lang="en-US" sz="2000" dirty="0" err="1" smtClean="0">
                <a:solidFill>
                  <a:schemeClr val="accent4">
                    <a:lumMod val="75000"/>
                  </a:schemeClr>
                </a:solidFill>
              </a:rPr>
              <a:t>না</a:t>
            </a:r>
            <a:r>
              <a:rPr lang="en-US" sz="2000" dirty="0" smtClean="0">
                <a:solidFill>
                  <a:schemeClr val="accent4">
                    <a:lumMod val="75000"/>
                  </a:schemeClr>
                </a:solidFil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রসদ</a:t>
            </a:r>
            <a:r>
              <a:rPr lang="en-US" dirty="0" smtClean="0"/>
              <a:t> </a:t>
            </a:r>
            <a:r>
              <a:rPr lang="en-US" dirty="0" err="1" smtClean="0"/>
              <a:t>নিয়ে</a:t>
            </a:r>
            <a:r>
              <a:rPr lang="en-US" dirty="0" smtClean="0"/>
              <a:t> </a:t>
            </a:r>
            <a:r>
              <a:rPr lang="en-US" dirty="0" err="1" smtClean="0"/>
              <a:t>তথ্য</a:t>
            </a:r>
            <a:endParaRPr lang="en-US" dirty="0"/>
          </a:p>
        </p:txBody>
      </p:sp>
      <p:sp>
        <p:nvSpPr>
          <p:cNvPr id="3" name="Content Placeholder 2"/>
          <p:cNvSpPr>
            <a:spLocks noGrp="1"/>
          </p:cNvSpPr>
          <p:nvPr>
            <p:ph idx="1"/>
          </p:nvPr>
        </p:nvSpPr>
        <p:spPr/>
        <p:txBody>
          <a:bodyPr>
            <a:normAutofit/>
          </a:bodyPr>
          <a:lstStyle/>
          <a:p>
            <a:r>
              <a:rPr lang="en-US" sz="2000" dirty="0" err="1" smtClean="0"/>
              <a:t>আমাদের</a:t>
            </a:r>
            <a:r>
              <a:rPr lang="en-US" sz="2000" dirty="0" smtClean="0"/>
              <a:t> </a:t>
            </a:r>
            <a:r>
              <a:rPr lang="en-US" sz="2000" dirty="0" err="1" smtClean="0"/>
              <a:t>যেসব</a:t>
            </a:r>
            <a:r>
              <a:rPr lang="en-US" sz="2000" dirty="0" smtClean="0"/>
              <a:t> </a:t>
            </a:r>
            <a:r>
              <a:rPr lang="en-US" sz="2000" dirty="0" err="1" smtClean="0"/>
              <a:t>রসদ</a:t>
            </a:r>
            <a:r>
              <a:rPr lang="en-US" sz="2000" dirty="0" smtClean="0"/>
              <a:t> </a:t>
            </a:r>
            <a:r>
              <a:rPr lang="en-US" sz="2000" dirty="0" err="1" smtClean="0"/>
              <a:t>নিয়ে</a:t>
            </a:r>
            <a:r>
              <a:rPr lang="en-US" sz="2000" dirty="0" smtClean="0"/>
              <a:t> </a:t>
            </a:r>
            <a:r>
              <a:rPr lang="en-US" sz="2000" dirty="0" err="1" smtClean="0"/>
              <a:t>আলোচনা</a:t>
            </a:r>
            <a:r>
              <a:rPr lang="en-US" sz="2000" dirty="0" smtClean="0"/>
              <a:t> </a:t>
            </a:r>
            <a:r>
              <a:rPr lang="en-US" sz="2000" dirty="0" err="1" smtClean="0"/>
              <a:t>করা</a:t>
            </a:r>
            <a:r>
              <a:rPr lang="en-US" sz="2000" dirty="0" smtClean="0"/>
              <a:t> </a:t>
            </a:r>
            <a:r>
              <a:rPr lang="en-US" sz="2000" dirty="0" err="1" smtClean="0"/>
              <a:t>প্রাসঙ্গিক</a:t>
            </a:r>
            <a:r>
              <a:rPr lang="en-US" sz="2000" dirty="0" smtClean="0"/>
              <a:t> </a:t>
            </a:r>
            <a:r>
              <a:rPr lang="en-US" sz="2000" dirty="0" err="1" smtClean="0"/>
              <a:t>হবে</a:t>
            </a:r>
            <a:r>
              <a:rPr lang="en-US" sz="2000" dirty="0" smtClean="0"/>
              <a:t> </a:t>
            </a:r>
            <a:r>
              <a:rPr lang="en-US" sz="2000" dirty="0" err="1" smtClean="0"/>
              <a:t>এবং</a:t>
            </a:r>
            <a:r>
              <a:rPr lang="en-US" sz="2000" dirty="0" smtClean="0"/>
              <a:t> </a:t>
            </a:r>
            <a:r>
              <a:rPr lang="en-US" sz="2000" dirty="0" err="1" smtClean="0"/>
              <a:t>কেন</a:t>
            </a:r>
            <a:r>
              <a:rPr lang="en-US" sz="2000" dirty="0" smtClean="0"/>
              <a:t> </a:t>
            </a:r>
            <a:r>
              <a:rPr lang="en-US" sz="2000" dirty="0" err="1" smtClean="0"/>
              <a:t>হবে</a:t>
            </a:r>
            <a:r>
              <a:rPr lang="en-US" sz="2000" dirty="0" smtClean="0"/>
              <a:t> </a:t>
            </a:r>
            <a:r>
              <a:rPr lang="en-US" sz="2000" dirty="0" err="1" smtClean="0"/>
              <a:t>তার</a:t>
            </a:r>
            <a:r>
              <a:rPr lang="en-US" sz="2000" dirty="0" smtClean="0"/>
              <a:t> </a:t>
            </a:r>
            <a:r>
              <a:rPr lang="en-US" sz="2000" dirty="0" err="1" smtClean="0"/>
              <a:t>একটা</a:t>
            </a:r>
            <a:r>
              <a:rPr lang="en-US" sz="2000" dirty="0" smtClean="0"/>
              <a:t> </a:t>
            </a:r>
            <a:r>
              <a:rPr lang="en-US" sz="2000" dirty="0" err="1" smtClean="0"/>
              <a:t>তালিকাঃ</a:t>
            </a:r>
            <a:endParaRPr lang="en-US" sz="2000" dirty="0" smtClean="0"/>
          </a:p>
          <a:p>
            <a:pPr lvl="1"/>
            <a:r>
              <a:rPr lang="en-US" sz="1600" dirty="0" smtClean="0"/>
              <a:t>১। </a:t>
            </a:r>
            <a:r>
              <a:rPr lang="en-US" sz="1600" dirty="0" err="1" smtClean="0"/>
              <a:t>সময়</a:t>
            </a:r>
            <a:r>
              <a:rPr lang="en-US" sz="1600" dirty="0" smtClean="0"/>
              <a:t> (</a:t>
            </a:r>
            <a:r>
              <a:rPr lang="en-US" sz="1600" dirty="0" err="1" smtClean="0"/>
              <a:t>কম</a:t>
            </a:r>
            <a:r>
              <a:rPr lang="en-US" sz="1600" dirty="0" smtClean="0"/>
              <a:t> </a:t>
            </a:r>
            <a:r>
              <a:rPr lang="en-US" sz="1600" dirty="0" err="1" smtClean="0"/>
              <a:t>আবার</a:t>
            </a:r>
            <a:r>
              <a:rPr lang="en-US" sz="1600" dirty="0" smtClean="0"/>
              <a:t> </a:t>
            </a:r>
            <a:r>
              <a:rPr lang="en-US" sz="1600" dirty="0" err="1" smtClean="0"/>
              <a:t>যথেষ্ট</a:t>
            </a:r>
            <a:r>
              <a:rPr lang="en-US" sz="1600" dirty="0" smtClean="0"/>
              <a:t>)</a:t>
            </a:r>
          </a:p>
          <a:p>
            <a:pPr lvl="1"/>
            <a:r>
              <a:rPr lang="en-US" sz="1600" dirty="0" smtClean="0"/>
              <a:t>২। </a:t>
            </a:r>
            <a:r>
              <a:rPr lang="en-US" sz="1600" dirty="0" err="1" smtClean="0"/>
              <a:t>সাহায্য</a:t>
            </a:r>
            <a:r>
              <a:rPr lang="en-US" sz="1600" dirty="0" smtClean="0"/>
              <a:t> (</a:t>
            </a:r>
            <a:r>
              <a:rPr lang="en-US" sz="1600" dirty="0" err="1" smtClean="0"/>
              <a:t>আছে</a:t>
            </a:r>
            <a:r>
              <a:rPr lang="en-US" sz="1600" dirty="0" smtClean="0"/>
              <a:t> </a:t>
            </a:r>
            <a:r>
              <a:rPr lang="en-US" sz="1600" dirty="0" err="1" smtClean="0"/>
              <a:t>কিন্তু</a:t>
            </a:r>
            <a:r>
              <a:rPr lang="en-US" sz="1600" dirty="0" smtClean="0"/>
              <a:t> </a:t>
            </a:r>
            <a:r>
              <a:rPr lang="en-US" sz="1600" dirty="0" err="1" smtClean="0"/>
              <a:t>ঝামেলা</a:t>
            </a:r>
            <a:r>
              <a:rPr lang="en-US" sz="1600" dirty="0" smtClean="0"/>
              <a:t>)</a:t>
            </a:r>
          </a:p>
          <a:p>
            <a:pPr lvl="1"/>
            <a:r>
              <a:rPr lang="en-US" sz="1600" dirty="0" smtClean="0"/>
              <a:t>৩। </a:t>
            </a:r>
            <a:r>
              <a:rPr lang="en-US" sz="1600" dirty="0" err="1" smtClean="0"/>
              <a:t>ঘুম</a:t>
            </a:r>
            <a:r>
              <a:rPr lang="en-US" sz="1600" dirty="0" smtClean="0"/>
              <a:t> (</a:t>
            </a:r>
            <a:r>
              <a:rPr lang="en-US" sz="1600" dirty="0" err="1" smtClean="0"/>
              <a:t>অনেক</a:t>
            </a:r>
            <a:r>
              <a:rPr lang="en-US" sz="1600" dirty="0" smtClean="0"/>
              <a:t> </a:t>
            </a:r>
            <a:r>
              <a:rPr lang="en-US" sz="1600" dirty="0" err="1" smtClean="0"/>
              <a:t>কিন্তু</a:t>
            </a:r>
            <a:r>
              <a:rPr lang="en-US" sz="1600" dirty="0" smtClean="0"/>
              <a:t> </a:t>
            </a:r>
            <a:r>
              <a:rPr lang="en-US" sz="1600" dirty="0" err="1" smtClean="0"/>
              <a:t>অসময়</a:t>
            </a:r>
            <a:r>
              <a:rPr lang="en-US" sz="1600" dirty="0" smtClean="0"/>
              <a:t>)</a:t>
            </a:r>
            <a:endParaRPr lang="en-US" sz="1600"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সময়</a:t>
            </a:r>
            <a:endParaRPr lang="en-US" dirty="0"/>
          </a:p>
        </p:txBody>
      </p:sp>
      <p:sp>
        <p:nvSpPr>
          <p:cNvPr id="3" name="Content Placeholder 2"/>
          <p:cNvSpPr>
            <a:spLocks noGrp="1"/>
          </p:cNvSpPr>
          <p:nvPr>
            <p:ph idx="1"/>
          </p:nvPr>
        </p:nvSpPr>
        <p:spPr/>
        <p:txBody>
          <a:bodyPr>
            <a:normAutofit/>
          </a:bodyPr>
          <a:lstStyle/>
          <a:p>
            <a:r>
              <a:rPr lang="en-US" sz="2000" dirty="0" smtClean="0"/>
              <a:t>১। </a:t>
            </a:r>
            <a:r>
              <a:rPr lang="en-US" sz="2000" dirty="0" err="1" smtClean="0">
                <a:solidFill>
                  <a:schemeClr val="accent4">
                    <a:lumMod val="75000"/>
                  </a:schemeClr>
                </a:solidFill>
              </a:rPr>
              <a:t>ব্যাচ</a:t>
            </a:r>
            <a:r>
              <a:rPr lang="en-US" sz="2000" dirty="0" smtClean="0">
                <a:solidFill>
                  <a:schemeClr val="accent4">
                    <a:lumMod val="75000"/>
                  </a:schemeClr>
                </a:solidFill>
              </a:rPr>
              <a:t>, </a:t>
            </a:r>
            <a:r>
              <a:rPr lang="en-US" sz="2000" dirty="0" err="1" smtClean="0">
                <a:solidFill>
                  <a:schemeClr val="accent4">
                    <a:lumMod val="75000"/>
                  </a:schemeClr>
                </a:solidFill>
              </a:rPr>
              <a:t>কোচিং</a:t>
            </a:r>
            <a:r>
              <a:rPr lang="en-US" sz="2000" dirty="0" smtClean="0">
                <a:solidFill>
                  <a:schemeClr val="accent4">
                    <a:lumMod val="75000"/>
                  </a:schemeClr>
                </a:solidFill>
              </a:rPr>
              <a:t>, </a:t>
            </a:r>
            <a:r>
              <a:rPr lang="en-US" sz="2000" dirty="0" err="1" smtClean="0">
                <a:solidFill>
                  <a:schemeClr val="accent4">
                    <a:lumMod val="75000"/>
                  </a:schemeClr>
                </a:solidFill>
              </a:rPr>
              <a:t>অন্যান্য</a:t>
            </a:r>
            <a:r>
              <a:rPr lang="en-US" sz="2000" dirty="0" smtClean="0">
                <a:solidFill>
                  <a:schemeClr val="accent4">
                    <a:lumMod val="75000"/>
                  </a:schemeClr>
                </a:solidFill>
              </a:rPr>
              <a:t> </a:t>
            </a:r>
            <a:r>
              <a:rPr lang="en-US" sz="2000" dirty="0" err="1" smtClean="0">
                <a:solidFill>
                  <a:schemeClr val="accent4">
                    <a:lumMod val="75000"/>
                  </a:schemeClr>
                </a:solidFill>
              </a:rPr>
              <a:t>কাজ</a:t>
            </a:r>
            <a:r>
              <a:rPr lang="en-US" sz="2000" dirty="0" smtClean="0">
                <a:solidFill>
                  <a:schemeClr val="accent4">
                    <a:lumMod val="75000"/>
                  </a:schemeClr>
                </a:solidFill>
              </a:rPr>
              <a:t> </a:t>
            </a:r>
            <a:r>
              <a:rPr lang="en-US" sz="2000" dirty="0" err="1" smtClean="0">
                <a:solidFill>
                  <a:schemeClr val="accent4">
                    <a:lumMod val="75000"/>
                  </a:schemeClr>
                </a:solidFill>
              </a:rPr>
              <a:t>শেষ</a:t>
            </a:r>
            <a:r>
              <a:rPr lang="en-US" sz="2000" dirty="0" smtClean="0">
                <a:solidFill>
                  <a:schemeClr val="accent4">
                    <a:lumMod val="75000"/>
                  </a:schemeClr>
                </a:solidFill>
              </a:rPr>
              <a:t> </a:t>
            </a:r>
            <a:r>
              <a:rPr lang="en-US" sz="2000" dirty="0" err="1" smtClean="0">
                <a:solidFill>
                  <a:schemeClr val="accent4">
                    <a:lumMod val="75000"/>
                  </a:schemeClr>
                </a:solidFill>
              </a:rPr>
              <a:t>করে</a:t>
            </a:r>
            <a:r>
              <a:rPr lang="en-US" sz="2000" dirty="0" smtClean="0">
                <a:solidFill>
                  <a:schemeClr val="accent4">
                    <a:lumMod val="75000"/>
                  </a:schemeClr>
                </a:solidFill>
              </a:rPr>
              <a:t> </a:t>
            </a:r>
            <a:r>
              <a:rPr lang="en-US" sz="2000" dirty="0" err="1" smtClean="0">
                <a:solidFill>
                  <a:schemeClr val="accent4">
                    <a:lumMod val="75000"/>
                  </a:schemeClr>
                </a:solidFill>
              </a:rPr>
              <a:t>কত</a:t>
            </a:r>
            <a:r>
              <a:rPr lang="en-US" sz="2000" dirty="0" smtClean="0">
                <a:solidFill>
                  <a:schemeClr val="accent4">
                    <a:lumMod val="75000"/>
                  </a:schemeClr>
                </a:solidFill>
              </a:rPr>
              <a:t> </a:t>
            </a:r>
            <a:r>
              <a:rPr lang="en-US" sz="2000" dirty="0" err="1" smtClean="0">
                <a:solidFill>
                  <a:schemeClr val="accent4">
                    <a:lumMod val="75000"/>
                  </a:schemeClr>
                </a:solidFill>
              </a:rPr>
              <a:t>সময়</a:t>
            </a:r>
            <a:r>
              <a:rPr lang="en-US" sz="2000" dirty="0" smtClean="0">
                <a:solidFill>
                  <a:schemeClr val="accent4">
                    <a:lumMod val="75000"/>
                  </a:schemeClr>
                </a:solidFill>
              </a:rPr>
              <a:t> </a:t>
            </a:r>
            <a:r>
              <a:rPr lang="en-US" sz="2000" dirty="0" err="1" smtClean="0">
                <a:solidFill>
                  <a:schemeClr val="accent4">
                    <a:lumMod val="75000"/>
                  </a:schemeClr>
                </a:solidFill>
              </a:rPr>
              <a:t>থাকে</a:t>
            </a:r>
            <a:r>
              <a:rPr lang="en-US" sz="2000" dirty="0" smtClean="0">
                <a:solidFill>
                  <a:schemeClr val="accent4">
                    <a:lumMod val="75000"/>
                  </a:schemeClr>
                </a:solidFill>
              </a:rPr>
              <a:t>?</a:t>
            </a:r>
          </a:p>
          <a:p>
            <a:r>
              <a:rPr lang="en-US" sz="2000" dirty="0" smtClean="0"/>
              <a:t>২। </a:t>
            </a:r>
            <a:r>
              <a:rPr lang="en-US" sz="2000" dirty="0" err="1" smtClean="0">
                <a:solidFill>
                  <a:schemeClr val="accent4">
                    <a:lumMod val="75000"/>
                  </a:schemeClr>
                </a:solidFill>
              </a:rPr>
              <a:t>সময়</a:t>
            </a:r>
            <a:r>
              <a:rPr lang="en-US" sz="2000" dirty="0" smtClean="0">
                <a:solidFill>
                  <a:schemeClr val="accent4">
                    <a:lumMod val="75000"/>
                  </a:schemeClr>
                </a:solidFill>
              </a:rPr>
              <a:t> </a:t>
            </a:r>
            <a:r>
              <a:rPr lang="en-US" sz="2000" dirty="0" err="1" smtClean="0">
                <a:solidFill>
                  <a:schemeClr val="accent4">
                    <a:lumMod val="75000"/>
                  </a:schemeClr>
                </a:solidFill>
              </a:rPr>
              <a:t>এর</a:t>
            </a:r>
            <a:r>
              <a:rPr lang="en-US" sz="2000" dirty="0" smtClean="0">
                <a:solidFill>
                  <a:schemeClr val="accent4">
                    <a:lumMod val="75000"/>
                  </a:schemeClr>
                </a:solidFill>
              </a:rPr>
              <a:t> </a:t>
            </a:r>
            <a:r>
              <a:rPr lang="en-US" sz="2000" dirty="0" err="1" smtClean="0">
                <a:solidFill>
                  <a:schemeClr val="accent4">
                    <a:lumMod val="75000"/>
                  </a:schemeClr>
                </a:solidFill>
              </a:rPr>
              <a:t>গ্যাপ</a:t>
            </a:r>
            <a:r>
              <a:rPr lang="en-US" sz="2000" dirty="0" smtClean="0">
                <a:solidFill>
                  <a:schemeClr val="accent4">
                    <a:lumMod val="75000"/>
                  </a:schemeClr>
                </a:solidFill>
              </a:rPr>
              <a:t> </a:t>
            </a:r>
            <a:r>
              <a:rPr lang="en-US" sz="2000" dirty="0" err="1" smtClean="0">
                <a:solidFill>
                  <a:schemeClr val="accent4">
                    <a:lumMod val="75000"/>
                  </a:schemeClr>
                </a:solidFill>
              </a:rPr>
              <a:t>কত</a:t>
            </a:r>
            <a:r>
              <a:rPr lang="en-US" sz="2000" dirty="0" smtClean="0">
                <a:solidFill>
                  <a:schemeClr val="accent4">
                    <a:lumMod val="75000"/>
                  </a:schemeClr>
                </a:solidFill>
              </a:rPr>
              <a:t> </a:t>
            </a:r>
            <a:r>
              <a:rPr lang="en-US" sz="2000" dirty="0" err="1" smtClean="0">
                <a:solidFill>
                  <a:schemeClr val="accent4">
                    <a:lumMod val="75000"/>
                  </a:schemeClr>
                </a:solidFill>
              </a:rPr>
              <a:t>করে</a:t>
            </a:r>
            <a:r>
              <a:rPr lang="en-US" sz="2000" dirty="0" smtClean="0">
                <a:solidFill>
                  <a:schemeClr val="accent4">
                    <a:lumMod val="75000"/>
                  </a:schemeClr>
                </a:solidFill>
              </a:rPr>
              <a:t>? </a:t>
            </a:r>
            <a:r>
              <a:rPr lang="en-US" sz="2000" dirty="0" err="1" smtClean="0">
                <a:solidFill>
                  <a:schemeClr val="accent4">
                    <a:lumMod val="75000"/>
                  </a:schemeClr>
                </a:solidFill>
              </a:rPr>
              <a:t>একটানা</a:t>
            </a:r>
            <a:r>
              <a:rPr lang="en-US" sz="2000" dirty="0" smtClean="0">
                <a:solidFill>
                  <a:schemeClr val="accent4">
                    <a:lumMod val="75000"/>
                  </a:schemeClr>
                </a:solidFill>
              </a:rPr>
              <a:t> </a:t>
            </a:r>
            <a:r>
              <a:rPr lang="en-US" sz="2000" dirty="0" err="1" smtClean="0">
                <a:solidFill>
                  <a:schemeClr val="accent4">
                    <a:lumMod val="75000"/>
                  </a:schemeClr>
                </a:solidFill>
              </a:rPr>
              <a:t>কয়েক</a:t>
            </a:r>
            <a:r>
              <a:rPr lang="en-US" sz="2000" dirty="0" smtClean="0">
                <a:solidFill>
                  <a:schemeClr val="accent4">
                    <a:lumMod val="75000"/>
                  </a:schemeClr>
                </a:solidFill>
              </a:rPr>
              <a:t> </a:t>
            </a:r>
            <a:r>
              <a:rPr lang="en-US" sz="2000" dirty="0" err="1" smtClean="0">
                <a:solidFill>
                  <a:schemeClr val="accent4">
                    <a:lumMod val="75000"/>
                  </a:schemeClr>
                </a:solidFill>
              </a:rPr>
              <a:t>ঘন্টা</a:t>
            </a:r>
            <a:r>
              <a:rPr lang="en-US" sz="2000" dirty="0" smtClean="0">
                <a:solidFill>
                  <a:schemeClr val="accent4">
                    <a:lumMod val="75000"/>
                  </a:schemeClr>
                </a:solidFill>
              </a:rPr>
              <a:t> </a:t>
            </a:r>
            <a:r>
              <a:rPr lang="en-US" sz="2000" dirty="0" err="1" smtClean="0">
                <a:solidFill>
                  <a:schemeClr val="accent4">
                    <a:lumMod val="75000"/>
                  </a:schemeClr>
                </a:solidFill>
              </a:rPr>
              <a:t>নাকি</a:t>
            </a:r>
            <a:r>
              <a:rPr lang="en-US" sz="2000" dirty="0" smtClean="0">
                <a:solidFill>
                  <a:schemeClr val="accent4">
                    <a:lumMod val="75000"/>
                  </a:schemeClr>
                </a:solidFill>
              </a:rPr>
              <a:t> </a:t>
            </a:r>
            <a:r>
              <a:rPr lang="en-US" sz="2000" dirty="0" err="1" smtClean="0">
                <a:solidFill>
                  <a:schemeClr val="accent4">
                    <a:lumMod val="75000"/>
                  </a:schemeClr>
                </a:solidFill>
              </a:rPr>
              <a:t>আধা</a:t>
            </a:r>
            <a:r>
              <a:rPr lang="en-US" sz="2000" dirty="0" smtClean="0">
                <a:solidFill>
                  <a:schemeClr val="accent4">
                    <a:lumMod val="75000"/>
                  </a:schemeClr>
                </a:solidFill>
              </a:rPr>
              <a:t> </a:t>
            </a:r>
            <a:r>
              <a:rPr lang="en-US" sz="2000" dirty="0" err="1" smtClean="0">
                <a:solidFill>
                  <a:schemeClr val="accent4">
                    <a:lumMod val="75000"/>
                  </a:schemeClr>
                </a:solidFill>
              </a:rPr>
              <a:t>ঘন্টা</a:t>
            </a:r>
            <a:r>
              <a:rPr lang="en-US" sz="2000" dirty="0" smtClean="0">
                <a:solidFill>
                  <a:schemeClr val="accent4">
                    <a:lumMod val="75000"/>
                  </a:schemeClr>
                </a:solidFill>
              </a:rPr>
              <a:t> </a:t>
            </a:r>
            <a:r>
              <a:rPr lang="en-US" sz="2000" dirty="0" err="1" smtClean="0">
                <a:solidFill>
                  <a:schemeClr val="accent4">
                    <a:lumMod val="75000"/>
                  </a:schemeClr>
                </a:solidFill>
              </a:rPr>
              <a:t>আধা</a:t>
            </a:r>
            <a:r>
              <a:rPr lang="en-US" sz="2000" dirty="0" smtClean="0">
                <a:solidFill>
                  <a:schemeClr val="accent4">
                    <a:lumMod val="75000"/>
                  </a:schemeClr>
                </a:solidFill>
              </a:rPr>
              <a:t> </a:t>
            </a:r>
            <a:r>
              <a:rPr lang="en-US" sz="2000" dirty="0" err="1" smtClean="0">
                <a:solidFill>
                  <a:schemeClr val="accent4">
                    <a:lumMod val="75000"/>
                  </a:schemeClr>
                </a:solidFill>
              </a:rPr>
              <a:t>ঘন্টা</a:t>
            </a:r>
            <a:r>
              <a:rPr lang="en-US" sz="2000" dirty="0" smtClean="0">
                <a:solidFill>
                  <a:schemeClr val="accent4">
                    <a:lumMod val="75000"/>
                  </a:schemeClr>
                </a:solidFill>
              </a:rPr>
              <a:t> </a:t>
            </a:r>
            <a:r>
              <a:rPr lang="en-US" sz="2000" dirty="0" err="1" smtClean="0">
                <a:solidFill>
                  <a:schemeClr val="accent4">
                    <a:lumMod val="75000"/>
                  </a:schemeClr>
                </a:solidFill>
              </a:rPr>
              <a:t>করে</a:t>
            </a:r>
            <a:r>
              <a:rPr lang="en-US" sz="2000" dirty="0" smtClean="0">
                <a:solidFill>
                  <a:schemeClr val="accent4">
                    <a:lumMod val="75000"/>
                  </a:schemeClr>
                </a:solidFil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সাহায্য</a:t>
            </a:r>
            <a:endParaRPr lang="en-US" dirty="0"/>
          </a:p>
        </p:txBody>
      </p:sp>
      <p:sp>
        <p:nvSpPr>
          <p:cNvPr id="3" name="Content Placeholder 2"/>
          <p:cNvSpPr>
            <a:spLocks noGrp="1"/>
          </p:cNvSpPr>
          <p:nvPr>
            <p:ph idx="1"/>
          </p:nvPr>
        </p:nvSpPr>
        <p:spPr/>
        <p:txBody>
          <a:bodyPr>
            <a:normAutofit/>
          </a:bodyPr>
          <a:lstStyle/>
          <a:p>
            <a:r>
              <a:rPr lang="en-US" sz="2000" dirty="0" smtClean="0"/>
              <a:t>১। </a:t>
            </a:r>
            <a:r>
              <a:rPr lang="en-US" sz="2000" dirty="0" err="1" smtClean="0">
                <a:solidFill>
                  <a:schemeClr val="accent4">
                    <a:lumMod val="75000"/>
                  </a:schemeClr>
                </a:solidFill>
              </a:rPr>
              <a:t>আমার</a:t>
            </a:r>
            <a:r>
              <a:rPr lang="en-US" sz="2000" dirty="0" smtClean="0">
                <a:solidFill>
                  <a:schemeClr val="accent4">
                    <a:lumMod val="75000"/>
                  </a:schemeClr>
                </a:solidFill>
              </a:rPr>
              <a:t> </a:t>
            </a:r>
            <a:r>
              <a:rPr lang="en-US" sz="2000" dirty="0" err="1" smtClean="0">
                <a:solidFill>
                  <a:schemeClr val="accent4">
                    <a:lumMod val="75000"/>
                  </a:schemeClr>
                </a:solidFill>
              </a:rPr>
              <a:t>কোনো</a:t>
            </a:r>
            <a:r>
              <a:rPr lang="en-US" sz="2000" dirty="0" smtClean="0">
                <a:solidFill>
                  <a:schemeClr val="accent4">
                    <a:lumMod val="75000"/>
                  </a:schemeClr>
                </a:solidFill>
              </a:rPr>
              <a:t> </a:t>
            </a:r>
            <a:r>
              <a:rPr lang="en-US" sz="2000" dirty="0" err="1" smtClean="0">
                <a:solidFill>
                  <a:schemeClr val="accent4">
                    <a:lumMod val="75000"/>
                  </a:schemeClr>
                </a:solidFill>
              </a:rPr>
              <a:t>পড়া</a:t>
            </a:r>
            <a:r>
              <a:rPr lang="en-US" sz="2000" dirty="0" smtClean="0">
                <a:solidFill>
                  <a:schemeClr val="accent4">
                    <a:lumMod val="75000"/>
                  </a:schemeClr>
                </a:solidFill>
              </a:rPr>
              <a:t> </a:t>
            </a:r>
            <a:r>
              <a:rPr lang="en-US" sz="2000" dirty="0" err="1" smtClean="0">
                <a:solidFill>
                  <a:schemeClr val="accent4">
                    <a:lumMod val="75000"/>
                  </a:schemeClr>
                </a:solidFill>
              </a:rPr>
              <a:t>আটকে</a:t>
            </a:r>
            <a:r>
              <a:rPr lang="en-US" sz="2000" dirty="0" smtClean="0">
                <a:solidFill>
                  <a:schemeClr val="accent4">
                    <a:lumMod val="75000"/>
                  </a:schemeClr>
                </a:solidFill>
              </a:rPr>
              <a:t> </a:t>
            </a:r>
            <a:r>
              <a:rPr lang="en-US" sz="2000" dirty="0" err="1" smtClean="0">
                <a:solidFill>
                  <a:schemeClr val="accent4">
                    <a:lumMod val="75000"/>
                  </a:schemeClr>
                </a:solidFill>
              </a:rPr>
              <a:t>গেলে</a:t>
            </a:r>
            <a:r>
              <a:rPr lang="en-US" sz="2000" dirty="0" smtClean="0">
                <a:solidFill>
                  <a:schemeClr val="accent4">
                    <a:lumMod val="75000"/>
                  </a:schemeClr>
                </a:solidFill>
              </a:rPr>
              <a:t> </a:t>
            </a:r>
            <a:r>
              <a:rPr lang="en-US" sz="2000" dirty="0" err="1" smtClean="0">
                <a:solidFill>
                  <a:schemeClr val="accent4">
                    <a:lumMod val="75000"/>
                  </a:schemeClr>
                </a:solidFill>
              </a:rPr>
              <a:t>কি</a:t>
            </a:r>
            <a:r>
              <a:rPr lang="en-US" sz="2000" dirty="0" smtClean="0">
                <a:solidFill>
                  <a:schemeClr val="accent4">
                    <a:lumMod val="75000"/>
                  </a:schemeClr>
                </a:solidFill>
              </a:rPr>
              <a:t> </a:t>
            </a:r>
            <a:r>
              <a:rPr lang="en-US" sz="2000" dirty="0" err="1" smtClean="0">
                <a:solidFill>
                  <a:schemeClr val="accent4">
                    <a:lumMod val="75000"/>
                  </a:schemeClr>
                </a:solidFill>
              </a:rPr>
              <a:t>সাহায্য</a:t>
            </a:r>
            <a:r>
              <a:rPr lang="en-US" sz="2000" dirty="0" smtClean="0">
                <a:solidFill>
                  <a:schemeClr val="accent4">
                    <a:lumMod val="75000"/>
                  </a:schemeClr>
                </a:solidFill>
              </a:rPr>
              <a:t> </a:t>
            </a:r>
            <a:r>
              <a:rPr lang="en-US" sz="2000" dirty="0" err="1" smtClean="0">
                <a:solidFill>
                  <a:schemeClr val="accent4">
                    <a:lumMod val="75000"/>
                  </a:schemeClr>
                </a:solidFill>
              </a:rPr>
              <a:t>পাব</a:t>
            </a:r>
            <a:r>
              <a:rPr lang="en-US" sz="2000" dirty="0" smtClean="0">
                <a:solidFill>
                  <a:schemeClr val="accent4">
                    <a:lumMod val="75000"/>
                  </a:schemeClr>
                </a:solidFill>
              </a:rPr>
              <a:t>?</a:t>
            </a:r>
          </a:p>
          <a:p>
            <a:r>
              <a:rPr lang="en-US" sz="2000" dirty="0" smtClean="0"/>
              <a:t>২। </a:t>
            </a:r>
            <a:r>
              <a:rPr lang="en-US" sz="2000" dirty="0" err="1" smtClean="0">
                <a:solidFill>
                  <a:srgbClr val="0070C0"/>
                </a:solidFill>
              </a:rPr>
              <a:t>সাহায্য</a:t>
            </a:r>
            <a:r>
              <a:rPr lang="en-US" sz="2000" dirty="0" smtClean="0">
                <a:solidFill>
                  <a:srgbClr val="0070C0"/>
                </a:solidFill>
              </a:rPr>
              <a:t> </a:t>
            </a:r>
            <a:r>
              <a:rPr lang="en-US" sz="2000" dirty="0" err="1" smtClean="0">
                <a:solidFill>
                  <a:srgbClr val="0070C0"/>
                </a:solidFill>
              </a:rPr>
              <a:t>কি</a:t>
            </a:r>
            <a:r>
              <a:rPr lang="en-US" sz="2000" dirty="0" smtClean="0">
                <a:solidFill>
                  <a:srgbClr val="0070C0"/>
                </a:solidFill>
              </a:rPr>
              <a:t> </a:t>
            </a:r>
            <a:r>
              <a:rPr lang="en-US" sz="2000" dirty="0" err="1" smtClean="0">
                <a:solidFill>
                  <a:srgbClr val="0070C0"/>
                </a:solidFill>
              </a:rPr>
              <a:t>কার্যকরী</a:t>
            </a:r>
            <a:r>
              <a:rPr lang="en-US" sz="2000" dirty="0" smtClean="0">
                <a:solidFill>
                  <a:srgbClr val="0070C0"/>
                </a:solidFill>
              </a:rPr>
              <a:t> </a:t>
            </a:r>
            <a:r>
              <a:rPr lang="en-US" sz="2000" dirty="0" err="1" smtClean="0">
                <a:solidFill>
                  <a:srgbClr val="0070C0"/>
                </a:solidFill>
              </a:rPr>
              <a:t>হবে</a:t>
            </a:r>
            <a:r>
              <a:rPr lang="en-US" sz="2000" dirty="0" smtClean="0">
                <a:solidFill>
                  <a:srgbClr val="0070C0"/>
                </a:solidFill>
              </a:rPr>
              <a:t>?</a:t>
            </a:r>
          </a:p>
          <a:p>
            <a:r>
              <a:rPr lang="en-US" sz="2000" dirty="0" smtClean="0"/>
              <a:t>৩। </a:t>
            </a:r>
            <a:r>
              <a:rPr lang="en-US" sz="2000" dirty="0" err="1" smtClean="0">
                <a:solidFill>
                  <a:srgbClr val="0070C0"/>
                </a:solidFill>
              </a:rPr>
              <a:t>আমি</a:t>
            </a:r>
            <a:r>
              <a:rPr lang="en-US" sz="2000" dirty="0" smtClean="0">
                <a:solidFill>
                  <a:srgbClr val="0070C0"/>
                </a:solidFill>
              </a:rPr>
              <a:t> </a:t>
            </a:r>
            <a:r>
              <a:rPr lang="en-US" sz="2000" dirty="0" err="1" smtClean="0">
                <a:solidFill>
                  <a:srgbClr val="0070C0"/>
                </a:solidFill>
              </a:rPr>
              <a:t>নিজেকে</a:t>
            </a:r>
            <a:r>
              <a:rPr lang="en-US" sz="2000" dirty="0" smtClean="0">
                <a:solidFill>
                  <a:srgbClr val="0070C0"/>
                </a:solidFill>
              </a:rPr>
              <a:t> </a:t>
            </a:r>
            <a:r>
              <a:rPr lang="en-US" sz="2000" dirty="0" err="1" smtClean="0">
                <a:solidFill>
                  <a:srgbClr val="0070C0"/>
                </a:solidFill>
              </a:rPr>
              <a:t>সাহায্য</a:t>
            </a:r>
            <a:r>
              <a:rPr lang="en-US" sz="2000" dirty="0" smtClean="0">
                <a:solidFill>
                  <a:srgbClr val="0070C0"/>
                </a:solidFill>
              </a:rPr>
              <a:t> </a:t>
            </a:r>
            <a:r>
              <a:rPr lang="en-US" sz="2000" dirty="0" err="1" smtClean="0">
                <a:solidFill>
                  <a:srgbClr val="0070C0"/>
                </a:solidFill>
              </a:rPr>
              <a:t>করতে</a:t>
            </a:r>
            <a:r>
              <a:rPr lang="en-US" sz="2000" dirty="0" smtClean="0">
                <a:solidFill>
                  <a:srgbClr val="0070C0"/>
                </a:solidFill>
              </a:rPr>
              <a:t> </a:t>
            </a:r>
            <a:r>
              <a:rPr lang="en-US" sz="2000" dirty="0" err="1" smtClean="0">
                <a:solidFill>
                  <a:srgbClr val="0070C0"/>
                </a:solidFill>
              </a:rPr>
              <a:t>পারবো</a:t>
            </a:r>
            <a:r>
              <a:rPr lang="en-US" sz="2000" dirty="0" smtClean="0">
                <a:solidFill>
                  <a:srgbClr val="0070C0"/>
                </a:solidFill>
              </a:rPr>
              <a:t>?</a:t>
            </a:r>
          </a:p>
          <a:p>
            <a:r>
              <a:rPr lang="en-US" sz="2000" dirty="0" smtClean="0"/>
              <a:t>৪। </a:t>
            </a:r>
            <a:r>
              <a:rPr lang="en-US" sz="2000" dirty="0" err="1" smtClean="0">
                <a:solidFill>
                  <a:schemeClr val="accent4">
                    <a:lumMod val="75000"/>
                  </a:schemeClr>
                </a:solidFill>
              </a:rPr>
              <a:t>ইন্টারনেট</a:t>
            </a:r>
            <a:r>
              <a:rPr lang="en-US" sz="2000" dirty="0" smtClean="0">
                <a:solidFill>
                  <a:schemeClr val="accent4">
                    <a:lumMod val="75000"/>
                  </a:schemeClr>
                </a:solidFill>
              </a:rPr>
              <a:t> </a:t>
            </a:r>
            <a:r>
              <a:rPr lang="en-US" sz="2000" dirty="0" err="1" smtClean="0">
                <a:solidFill>
                  <a:schemeClr val="accent4">
                    <a:lumMod val="75000"/>
                  </a:schemeClr>
                </a:solidFill>
              </a:rPr>
              <a:t>এর</a:t>
            </a:r>
            <a:r>
              <a:rPr lang="en-US" sz="2000" dirty="0" smtClean="0">
                <a:solidFill>
                  <a:schemeClr val="accent4">
                    <a:lumMod val="75000"/>
                  </a:schemeClr>
                </a:solidFill>
              </a:rPr>
              <a:t> </a:t>
            </a:r>
            <a:r>
              <a:rPr lang="en-US" sz="2000" dirty="0" err="1" smtClean="0">
                <a:solidFill>
                  <a:schemeClr val="accent4">
                    <a:lumMod val="75000"/>
                  </a:schemeClr>
                </a:solidFill>
              </a:rPr>
              <a:t>প্রভাব</a:t>
            </a:r>
            <a:r>
              <a:rPr lang="en-US" sz="2000" dirty="0" smtClean="0">
                <a:solidFill>
                  <a:schemeClr val="accent4">
                    <a:lumMod val="75000"/>
                  </a:schemeClr>
                </a:solidFill>
              </a:rPr>
              <a:t> </a:t>
            </a:r>
            <a:r>
              <a:rPr lang="en-US" sz="2000" dirty="0" err="1" smtClean="0">
                <a:solidFill>
                  <a:schemeClr val="accent4">
                    <a:lumMod val="75000"/>
                  </a:schemeClr>
                </a:solidFill>
              </a:rPr>
              <a:t>কেমন</a:t>
            </a:r>
            <a:r>
              <a:rPr lang="en-US" sz="2000" dirty="0" smtClean="0">
                <a:solidFill>
                  <a:schemeClr val="accent4">
                    <a:lumMod val="75000"/>
                  </a:schemeClr>
                </a:solidFill>
              </a:rPr>
              <a:t> </a:t>
            </a:r>
            <a:r>
              <a:rPr lang="en-US" sz="2000" dirty="0" err="1" smtClean="0">
                <a:solidFill>
                  <a:schemeClr val="accent4">
                    <a:lumMod val="75000"/>
                  </a:schemeClr>
                </a:solidFill>
              </a:rPr>
              <a:t>আমার</a:t>
            </a:r>
            <a:r>
              <a:rPr lang="en-US" sz="2000" dirty="0" smtClean="0">
                <a:solidFill>
                  <a:schemeClr val="accent4">
                    <a:lumMod val="75000"/>
                  </a:schemeClr>
                </a:solidFill>
              </a:rPr>
              <a:t> </a:t>
            </a:r>
            <a:r>
              <a:rPr lang="en-US" sz="2000" dirty="0" err="1" smtClean="0">
                <a:solidFill>
                  <a:schemeClr val="accent4">
                    <a:lumMod val="75000"/>
                  </a:schemeClr>
                </a:solidFill>
              </a:rPr>
              <a:t>উপর</a:t>
            </a:r>
            <a:r>
              <a:rPr lang="en-US" sz="2000" dirty="0" smtClean="0">
                <a:solidFill>
                  <a:schemeClr val="accent4">
                    <a:lumMod val="75000"/>
                  </a:schemeClr>
                </a:solidFill>
              </a:rPr>
              <a:t>?</a:t>
            </a:r>
          </a:p>
          <a:p>
            <a:r>
              <a:rPr lang="en-US" sz="2000" dirty="0" smtClean="0">
                <a:solidFill>
                  <a:schemeClr val="tx1">
                    <a:lumMod val="95000"/>
                    <a:lumOff val="5000"/>
                  </a:schemeClr>
                </a:solidFill>
              </a:rPr>
              <a:t>৫। </a:t>
            </a:r>
            <a:r>
              <a:rPr lang="en-US" sz="2000" dirty="0" err="1" smtClean="0">
                <a:solidFill>
                  <a:srgbClr val="C00000"/>
                </a:solidFill>
              </a:rPr>
              <a:t>আমার</a:t>
            </a:r>
            <a:r>
              <a:rPr lang="en-US" sz="2000" dirty="0" smtClean="0">
                <a:solidFill>
                  <a:srgbClr val="C00000"/>
                </a:solidFill>
              </a:rPr>
              <a:t> </a:t>
            </a:r>
            <a:r>
              <a:rPr lang="en-US" sz="2000" dirty="0" err="1" smtClean="0">
                <a:solidFill>
                  <a:srgbClr val="C00000"/>
                </a:solidFill>
              </a:rPr>
              <a:t>কোন</a:t>
            </a:r>
            <a:r>
              <a:rPr lang="en-US" sz="2000" dirty="0" smtClean="0">
                <a:solidFill>
                  <a:srgbClr val="C00000"/>
                </a:solidFill>
              </a:rPr>
              <a:t> </a:t>
            </a:r>
            <a:r>
              <a:rPr lang="en-US" sz="2000" dirty="0" err="1" smtClean="0">
                <a:solidFill>
                  <a:srgbClr val="C00000"/>
                </a:solidFill>
              </a:rPr>
              <a:t>কোন</a:t>
            </a:r>
            <a:r>
              <a:rPr lang="en-US" sz="2000" dirty="0" smtClean="0">
                <a:solidFill>
                  <a:srgbClr val="C00000"/>
                </a:solidFill>
              </a:rPr>
              <a:t> </a:t>
            </a:r>
            <a:r>
              <a:rPr lang="en-US" sz="2000" dirty="0" err="1" smtClean="0">
                <a:solidFill>
                  <a:srgbClr val="C00000"/>
                </a:solidFill>
              </a:rPr>
              <a:t>সাবজেক্টে</a:t>
            </a:r>
            <a:r>
              <a:rPr lang="en-US" sz="2000" dirty="0" smtClean="0">
                <a:solidFill>
                  <a:srgbClr val="C00000"/>
                </a:solidFill>
              </a:rPr>
              <a:t> </a:t>
            </a:r>
            <a:r>
              <a:rPr lang="en-US" sz="2000" dirty="0" err="1" smtClean="0">
                <a:solidFill>
                  <a:srgbClr val="C00000"/>
                </a:solidFill>
              </a:rPr>
              <a:t>দূর্বলতা</a:t>
            </a:r>
            <a:r>
              <a:rPr lang="en-US" sz="2000" dirty="0" smtClean="0">
                <a:solidFill>
                  <a:srgbClr val="C00000"/>
                </a:solidFill>
              </a:rPr>
              <a:t> </a:t>
            </a:r>
            <a:r>
              <a:rPr lang="en-US" sz="2000" dirty="0" err="1" smtClean="0">
                <a:solidFill>
                  <a:srgbClr val="C00000"/>
                </a:solidFill>
              </a:rPr>
              <a:t>কেমন</a:t>
            </a:r>
            <a:r>
              <a:rPr lang="en-US" sz="2000" dirty="0" smtClean="0">
                <a:solidFill>
                  <a:srgbClr val="C00000"/>
                </a:solidFill>
              </a:rPr>
              <a:t>? </a:t>
            </a:r>
            <a:r>
              <a:rPr lang="en-US" sz="2000" dirty="0" err="1" smtClean="0">
                <a:solidFill>
                  <a:srgbClr val="C00000"/>
                </a:solidFill>
              </a:rPr>
              <a:t>কি</a:t>
            </a:r>
            <a:r>
              <a:rPr lang="en-US" sz="2000" dirty="0" smtClean="0">
                <a:solidFill>
                  <a:srgbClr val="C00000"/>
                </a:solidFill>
              </a:rPr>
              <a:t> </a:t>
            </a:r>
            <a:r>
              <a:rPr lang="en-US" sz="2000" dirty="0" err="1" smtClean="0">
                <a:solidFill>
                  <a:srgbClr val="C00000"/>
                </a:solidFill>
              </a:rPr>
              <a:t>নিয়ে</a:t>
            </a:r>
            <a:r>
              <a:rPr lang="en-US" sz="2000" dirty="0" smtClean="0">
                <a:solidFill>
                  <a:srgbClr val="C00000"/>
                </a:solidFill>
              </a:rPr>
              <a:t> </a:t>
            </a:r>
            <a:r>
              <a:rPr lang="en-US" sz="2000" dirty="0" err="1" smtClean="0">
                <a:solidFill>
                  <a:srgbClr val="C00000"/>
                </a:solidFill>
              </a:rPr>
              <a:t>ভয়</a:t>
            </a:r>
            <a:r>
              <a:rPr lang="en-US" sz="2000" dirty="0" smtClean="0">
                <a:solidFill>
                  <a:srgbClr val="C00000"/>
                </a:solidFill>
              </a:rPr>
              <a:t> </a:t>
            </a:r>
            <a:r>
              <a:rPr lang="en-US" sz="2000" dirty="0" err="1" smtClean="0">
                <a:solidFill>
                  <a:srgbClr val="C00000"/>
                </a:solidFill>
              </a:rPr>
              <a:t>কম</a:t>
            </a:r>
            <a:r>
              <a:rPr lang="en-US" sz="2000" dirty="0" smtClean="0">
                <a:solidFill>
                  <a:srgbClr val="C00000"/>
                </a:solidFill>
              </a:rPr>
              <a:t> </a:t>
            </a:r>
            <a:r>
              <a:rPr lang="en-US" sz="2000" dirty="0" err="1" smtClean="0">
                <a:solidFill>
                  <a:srgbClr val="C00000"/>
                </a:solidFill>
              </a:rPr>
              <a:t>পেলেও</a:t>
            </a:r>
            <a:r>
              <a:rPr lang="en-US" sz="2000" dirty="0" smtClean="0">
                <a:solidFill>
                  <a:srgbClr val="C00000"/>
                </a:solidFill>
              </a:rPr>
              <a:t> </a:t>
            </a:r>
            <a:r>
              <a:rPr lang="en-US" sz="2000" dirty="0" err="1" smtClean="0">
                <a:solidFill>
                  <a:srgbClr val="C00000"/>
                </a:solidFill>
              </a:rPr>
              <a:t>হবে</a:t>
            </a:r>
            <a:r>
              <a:rPr lang="en-US" sz="2000" dirty="0" smtClean="0">
                <a:solidFill>
                  <a:srgbClr val="C00000"/>
                </a:solidFill>
              </a:rPr>
              <a:t>?</a:t>
            </a:r>
            <a:endParaRPr lang="en-US" sz="2000" dirty="0">
              <a:solidFill>
                <a:srgbClr val="C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ঘুম</a:t>
            </a:r>
            <a:endParaRPr lang="en-US" dirty="0"/>
          </a:p>
        </p:txBody>
      </p:sp>
      <p:sp>
        <p:nvSpPr>
          <p:cNvPr id="3" name="Content Placeholder 2"/>
          <p:cNvSpPr>
            <a:spLocks noGrp="1"/>
          </p:cNvSpPr>
          <p:nvPr>
            <p:ph idx="1"/>
          </p:nvPr>
        </p:nvSpPr>
        <p:spPr/>
        <p:txBody>
          <a:bodyPr>
            <a:normAutofit/>
          </a:bodyPr>
          <a:lstStyle/>
          <a:p>
            <a:r>
              <a:rPr lang="en-US" sz="2000" dirty="0" smtClean="0"/>
              <a:t>১। </a:t>
            </a:r>
            <a:r>
              <a:rPr lang="en-US" sz="2000" dirty="0" err="1" smtClean="0">
                <a:solidFill>
                  <a:srgbClr val="C00000"/>
                </a:solidFill>
              </a:rPr>
              <a:t>আমার</a:t>
            </a:r>
            <a:r>
              <a:rPr lang="en-US" sz="2000" dirty="0" smtClean="0">
                <a:solidFill>
                  <a:srgbClr val="C00000"/>
                </a:solidFill>
              </a:rPr>
              <a:t> </a:t>
            </a:r>
            <a:r>
              <a:rPr lang="en-US" sz="2000" dirty="0" err="1" smtClean="0">
                <a:solidFill>
                  <a:srgbClr val="C00000"/>
                </a:solidFill>
              </a:rPr>
              <a:t>কি</a:t>
            </a:r>
            <a:r>
              <a:rPr lang="en-US" sz="2000" dirty="0" smtClean="0">
                <a:solidFill>
                  <a:srgbClr val="C00000"/>
                </a:solidFill>
              </a:rPr>
              <a:t> </a:t>
            </a:r>
            <a:r>
              <a:rPr lang="en-US" sz="2000" dirty="0" err="1" smtClean="0">
                <a:solidFill>
                  <a:srgbClr val="C00000"/>
                </a:solidFill>
              </a:rPr>
              <a:t>ঘুমের</a:t>
            </a:r>
            <a:r>
              <a:rPr lang="en-US" sz="2000" dirty="0" smtClean="0">
                <a:solidFill>
                  <a:srgbClr val="C00000"/>
                </a:solidFill>
              </a:rPr>
              <a:t> </a:t>
            </a:r>
            <a:r>
              <a:rPr lang="en-US" sz="2000" dirty="0" err="1" smtClean="0">
                <a:solidFill>
                  <a:srgbClr val="C00000"/>
                </a:solidFill>
              </a:rPr>
              <a:t>সমস্যা</a:t>
            </a:r>
            <a:r>
              <a:rPr lang="en-US" sz="2000" dirty="0" smtClean="0">
                <a:solidFill>
                  <a:srgbClr val="C00000"/>
                </a:solidFill>
              </a:rPr>
              <a:t> </a:t>
            </a:r>
            <a:r>
              <a:rPr lang="en-US" sz="2000" dirty="0" err="1" smtClean="0">
                <a:solidFill>
                  <a:srgbClr val="C00000"/>
                </a:solidFill>
              </a:rPr>
              <a:t>আছে</a:t>
            </a:r>
            <a:r>
              <a:rPr lang="en-US" sz="2000" dirty="0" smtClean="0">
                <a:solidFill>
                  <a:srgbClr val="C00000"/>
                </a:solidFill>
              </a:rPr>
              <a:t>?</a:t>
            </a:r>
          </a:p>
          <a:p>
            <a:r>
              <a:rPr lang="en-US" sz="2000" dirty="0" smtClean="0"/>
              <a:t>২। </a:t>
            </a:r>
            <a:r>
              <a:rPr lang="en-US" sz="2000" dirty="0" err="1" smtClean="0">
                <a:solidFill>
                  <a:schemeClr val="accent4">
                    <a:lumMod val="75000"/>
                  </a:schemeClr>
                </a:solidFill>
              </a:rPr>
              <a:t>কত</a:t>
            </a:r>
            <a:r>
              <a:rPr lang="en-US" sz="2000" dirty="0" smtClean="0">
                <a:solidFill>
                  <a:schemeClr val="accent4">
                    <a:lumMod val="75000"/>
                  </a:schemeClr>
                </a:solidFill>
              </a:rPr>
              <a:t> </a:t>
            </a:r>
            <a:r>
              <a:rPr lang="en-US" sz="2000" dirty="0" err="1" smtClean="0">
                <a:solidFill>
                  <a:schemeClr val="accent4">
                    <a:lumMod val="75000"/>
                  </a:schemeClr>
                </a:solidFill>
              </a:rPr>
              <a:t>ঘন্টা</a:t>
            </a:r>
            <a:r>
              <a:rPr lang="en-US" sz="2000" dirty="0" smtClean="0">
                <a:solidFill>
                  <a:schemeClr val="accent4">
                    <a:lumMod val="75000"/>
                  </a:schemeClr>
                </a:solidFill>
              </a:rPr>
              <a:t> </a:t>
            </a:r>
            <a:r>
              <a:rPr lang="en-US" sz="2000" dirty="0" err="1" smtClean="0">
                <a:solidFill>
                  <a:schemeClr val="accent4">
                    <a:lumMod val="75000"/>
                  </a:schemeClr>
                </a:solidFill>
              </a:rPr>
              <a:t>ঘুমালে</a:t>
            </a:r>
            <a:r>
              <a:rPr lang="en-US" sz="2000" dirty="0" smtClean="0">
                <a:solidFill>
                  <a:schemeClr val="accent4">
                    <a:lumMod val="75000"/>
                  </a:schemeClr>
                </a:solidFill>
              </a:rPr>
              <a:t> </a:t>
            </a:r>
            <a:r>
              <a:rPr lang="en-US" sz="2000" dirty="0" err="1" smtClean="0">
                <a:solidFill>
                  <a:schemeClr val="accent4">
                    <a:lumMod val="75000"/>
                  </a:schemeClr>
                </a:solidFill>
              </a:rPr>
              <a:t>ভালো</a:t>
            </a:r>
            <a:r>
              <a:rPr lang="en-US" sz="2000" dirty="0" smtClean="0">
                <a:solidFill>
                  <a:schemeClr val="accent4">
                    <a:lumMod val="75000"/>
                  </a:schemeClr>
                </a:solidFill>
              </a:rPr>
              <a:t> </a:t>
            </a:r>
            <a:r>
              <a:rPr lang="en-US" sz="2000" dirty="0" err="1" smtClean="0">
                <a:solidFill>
                  <a:schemeClr val="accent4">
                    <a:lumMod val="75000"/>
                  </a:schemeClr>
                </a:solidFill>
              </a:rPr>
              <a:t>ঘুম</a:t>
            </a:r>
            <a:r>
              <a:rPr lang="en-US" sz="2000" dirty="0" smtClean="0">
                <a:solidFill>
                  <a:schemeClr val="accent4">
                    <a:lumMod val="75000"/>
                  </a:schemeClr>
                </a:solidFill>
              </a:rPr>
              <a:t> </a:t>
            </a:r>
            <a:r>
              <a:rPr lang="en-US" sz="2000" dirty="0" err="1" smtClean="0">
                <a:solidFill>
                  <a:schemeClr val="accent4">
                    <a:lumMod val="75000"/>
                  </a:schemeClr>
                </a:solidFill>
              </a:rPr>
              <a:t>হয়</a:t>
            </a:r>
            <a:r>
              <a:rPr lang="en-US" sz="2000" dirty="0" smtClean="0">
                <a:solidFill>
                  <a:schemeClr val="accent4">
                    <a:lumMod val="75000"/>
                  </a:schemeClr>
                </a:solidFill>
              </a:rPr>
              <a:t>?</a:t>
            </a:r>
          </a:p>
          <a:p>
            <a:r>
              <a:rPr lang="en-US" sz="2000" dirty="0" smtClean="0"/>
              <a:t>৩। </a:t>
            </a:r>
            <a:r>
              <a:rPr lang="en-US" sz="2000" dirty="0" err="1" smtClean="0">
                <a:solidFill>
                  <a:schemeClr val="accent4">
                    <a:lumMod val="75000"/>
                  </a:schemeClr>
                </a:solidFill>
              </a:rPr>
              <a:t>দিনের</a:t>
            </a:r>
            <a:r>
              <a:rPr lang="en-US" sz="2000" dirty="0" smtClean="0">
                <a:solidFill>
                  <a:schemeClr val="accent4">
                    <a:lumMod val="75000"/>
                  </a:schemeClr>
                </a:solidFill>
              </a:rPr>
              <a:t> </a:t>
            </a:r>
            <a:r>
              <a:rPr lang="en-US" sz="2000" dirty="0" err="1" smtClean="0">
                <a:solidFill>
                  <a:schemeClr val="accent4">
                    <a:lumMod val="75000"/>
                  </a:schemeClr>
                </a:solidFill>
              </a:rPr>
              <a:t>কোন</a:t>
            </a:r>
            <a:r>
              <a:rPr lang="en-US" sz="2000" dirty="0" smtClean="0">
                <a:solidFill>
                  <a:schemeClr val="accent4">
                    <a:lumMod val="75000"/>
                  </a:schemeClr>
                </a:solidFill>
              </a:rPr>
              <a:t> </a:t>
            </a:r>
            <a:r>
              <a:rPr lang="en-US" sz="2000" dirty="0" err="1" smtClean="0">
                <a:solidFill>
                  <a:schemeClr val="accent4">
                    <a:lumMod val="75000"/>
                  </a:schemeClr>
                </a:solidFill>
              </a:rPr>
              <a:t>অংশে</a:t>
            </a:r>
            <a:r>
              <a:rPr lang="en-US" sz="2000" dirty="0" smtClean="0">
                <a:solidFill>
                  <a:schemeClr val="accent4">
                    <a:lumMod val="75000"/>
                  </a:schemeClr>
                </a:solidFill>
              </a:rPr>
              <a:t> </a:t>
            </a:r>
            <a:r>
              <a:rPr lang="en-US" sz="2000" dirty="0" err="1" smtClean="0">
                <a:solidFill>
                  <a:schemeClr val="accent4">
                    <a:lumMod val="75000"/>
                  </a:schemeClr>
                </a:solidFill>
              </a:rPr>
              <a:t>ঘুমালে</a:t>
            </a:r>
            <a:r>
              <a:rPr lang="en-US" sz="2000" dirty="0" smtClean="0">
                <a:solidFill>
                  <a:schemeClr val="accent4">
                    <a:lumMod val="75000"/>
                  </a:schemeClr>
                </a:solidFill>
              </a:rPr>
              <a:t> </a:t>
            </a:r>
            <a:r>
              <a:rPr lang="en-US" sz="2000" dirty="0" err="1" smtClean="0">
                <a:solidFill>
                  <a:schemeClr val="accent4">
                    <a:lumMod val="75000"/>
                  </a:schemeClr>
                </a:solidFill>
              </a:rPr>
              <a:t>বেশি</a:t>
            </a:r>
            <a:r>
              <a:rPr lang="en-US" sz="2000" dirty="0" smtClean="0">
                <a:solidFill>
                  <a:schemeClr val="accent4">
                    <a:lumMod val="75000"/>
                  </a:schemeClr>
                </a:solidFill>
              </a:rPr>
              <a:t> </a:t>
            </a:r>
            <a:r>
              <a:rPr lang="en-US" sz="2000" dirty="0" err="1" smtClean="0">
                <a:solidFill>
                  <a:schemeClr val="accent4">
                    <a:lumMod val="75000"/>
                  </a:schemeClr>
                </a:solidFill>
              </a:rPr>
              <a:t>কার্যকর</a:t>
            </a:r>
            <a:r>
              <a:rPr lang="en-US" sz="2000" dirty="0" smtClean="0">
                <a:solidFill>
                  <a:schemeClr val="accent4">
                    <a:lumMod val="75000"/>
                  </a:schemeClr>
                </a:solidFill>
              </a:rPr>
              <a:t> </a:t>
            </a:r>
            <a:r>
              <a:rPr lang="en-US" sz="2000" dirty="0" err="1" smtClean="0">
                <a:solidFill>
                  <a:schemeClr val="accent4">
                    <a:lumMod val="75000"/>
                  </a:schemeClr>
                </a:solidFill>
              </a:rPr>
              <a:t>হবে</a:t>
            </a:r>
            <a:r>
              <a:rPr lang="en-US" sz="2000" dirty="0" smtClean="0">
                <a:solidFill>
                  <a:schemeClr val="accent4">
                    <a:lumMod val="75000"/>
                  </a:schemeClr>
                </a:solidFill>
              </a:rPr>
              <a:t>?</a:t>
            </a:r>
            <a:endParaRPr lang="en-US" sz="2000" dirty="0">
              <a:solidFill>
                <a:schemeClr val="accent4">
                  <a:lumMod val="75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সবকিছুর</a:t>
            </a:r>
            <a:r>
              <a:rPr lang="en-US" dirty="0" smtClean="0"/>
              <a:t> </a:t>
            </a:r>
            <a:r>
              <a:rPr lang="en-US" dirty="0" err="1" smtClean="0"/>
              <a:t>সম্মিলন</a:t>
            </a:r>
            <a:endParaRPr lang="en-US" dirty="0"/>
          </a:p>
        </p:txBody>
      </p:sp>
      <p:sp>
        <p:nvSpPr>
          <p:cNvPr id="3" name="Content Placeholder 2"/>
          <p:cNvSpPr>
            <a:spLocks noGrp="1"/>
          </p:cNvSpPr>
          <p:nvPr>
            <p:ph idx="1"/>
          </p:nvPr>
        </p:nvSpPr>
        <p:spPr/>
        <p:txBody>
          <a:bodyPr>
            <a:normAutofit/>
          </a:bodyPr>
          <a:lstStyle/>
          <a:p>
            <a:r>
              <a:rPr lang="en-US" sz="2000" dirty="0" err="1" smtClean="0"/>
              <a:t>এতক্ষণ</a:t>
            </a:r>
            <a:r>
              <a:rPr lang="en-US" sz="2000" dirty="0" smtClean="0"/>
              <a:t> </a:t>
            </a:r>
            <a:r>
              <a:rPr lang="en-US" sz="2000" dirty="0" err="1" smtClean="0"/>
              <a:t>আমরা</a:t>
            </a:r>
            <a:r>
              <a:rPr lang="en-US" sz="2000" dirty="0" smtClean="0"/>
              <a:t> </a:t>
            </a:r>
            <a:r>
              <a:rPr lang="en-US" sz="2000" dirty="0" err="1" smtClean="0"/>
              <a:t>একসাথে</a:t>
            </a:r>
            <a:r>
              <a:rPr lang="en-US" sz="2000" dirty="0" smtClean="0"/>
              <a:t> </a:t>
            </a:r>
            <a:r>
              <a:rPr lang="en-US" sz="2000" dirty="0" err="1" smtClean="0"/>
              <a:t>অনেকগুলো</a:t>
            </a:r>
            <a:r>
              <a:rPr lang="en-US" sz="2000" dirty="0" smtClean="0"/>
              <a:t> </a:t>
            </a:r>
            <a:r>
              <a:rPr lang="en-US" sz="2000" dirty="0" err="1" smtClean="0"/>
              <a:t>বিষয়</a:t>
            </a:r>
            <a:r>
              <a:rPr lang="en-US" sz="2000" dirty="0" smtClean="0"/>
              <a:t> </a:t>
            </a:r>
            <a:r>
              <a:rPr lang="en-US" sz="2000" dirty="0" err="1" smtClean="0"/>
              <a:t>দেখলাম</a:t>
            </a:r>
            <a:r>
              <a:rPr lang="en-US" sz="2000" dirty="0" smtClean="0"/>
              <a:t> </a:t>
            </a:r>
            <a:r>
              <a:rPr lang="en-US" sz="2000" dirty="0" err="1" smtClean="0"/>
              <a:t>যেগুলো</a:t>
            </a:r>
            <a:r>
              <a:rPr lang="en-US" sz="2000" dirty="0" smtClean="0"/>
              <a:t>, </a:t>
            </a:r>
            <a:r>
              <a:rPr lang="en-US" sz="2000" dirty="0" err="1" smtClean="0"/>
              <a:t>পরিস্থিতির</a:t>
            </a:r>
            <a:r>
              <a:rPr lang="en-US" sz="2000" dirty="0" smtClean="0"/>
              <a:t> </a:t>
            </a:r>
            <a:r>
              <a:rPr lang="en-US" sz="2000" dirty="0" err="1" smtClean="0"/>
              <a:t>স্বাভাবিক</a:t>
            </a:r>
            <a:r>
              <a:rPr lang="en-US" sz="2000" dirty="0" smtClean="0"/>
              <a:t> </a:t>
            </a:r>
            <a:r>
              <a:rPr lang="en-US" sz="2000" dirty="0" err="1" smtClean="0"/>
              <a:t>স্রোতে</a:t>
            </a:r>
            <a:r>
              <a:rPr lang="en-US" sz="2000" dirty="0" smtClean="0"/>
              <a:t> </a:t>
            </a:r>
            <a:r>
              <a:rPr lang="en-US" sz="2000" dirty="0" err="1" smtClean="0"/>
              <a:t>আমাদের</a:t>
            </a:r>
            <a:r>
              <a:rPr lang="en-US" sz="2000" dirty="0" smtClean="0"/>
              <a:t> </a:t>
            </a:r>
            <a:r>
              <a:rPr lang="en-US" sz="2000" dirty="0" err="1" smtClean="0"/>
              <a:t>বিবেচনার</a:t>
            </a:r>
            <a:r>
              <a:rPr lang="en-US" sz="2000" dirty="0" smtClean="0"/>
              <a:t> </a:t>
            </a:r>
            <a:r>
              <a:rPr lang="en-US" sz="2000" dirty="0" err="1" smtClean="0"/>
              <a:t>মধ্যে</a:t>
            </a:r>
            <a:r>
              <a:rPr lang="en-US" sz="2000" dirty="0" smtClean="0"/>
              <a:t> </a:t>
            </a:r>
            <a:r>
              <a:rPr lang="en-US" sz="2000" dirty="0" err="1" smtClean="0"/>
              <a:t>রাখতে</a:t>
            </a:r>
            <a:r>
              <a:rPr lang="en-US" sz="2000" dirty="0" smtClean="0"/>
              <a:t> </a:t>
            </a:r>
            <a:r>
              <a:rPr lang="en-US" sz="2000" dirty="0" err="1" smtClean="0"/>
              <a:t>হচ্ছে</a:t>
            </a:r>
            <a:r>
              <a:rPr lang="en-US" sz="2000" dirty="0" smtClean="0"/>
              <a:t>।</a:t>
            </a:r>
          </a:p>
          <a:p>
            <a:r>
              <a:rPr lang="en-US" sz="2000" dirty="0" err="1" smtClean="0"/>
              <a:t>এগুলোর</a:t>
            </a:r>
            <a:r>
              <a:rPr lang="en-US" sz="2000" dirty="0" smtClean="0"/>
              <a:t> </a:t>
            </a:r>
            <a:r>
              <a:rPr lang="en-US" sz="2000" dirty="0" err="1" smtClean="0"/>
              <a:t>একটির</a:t>
            </a:r>
            <a:r>
              <a:rPr lang="en-US" sz="2000" dirty="0" smtClean="0"/>
              <a:t> </a:t>
            </a:r>
            <a:r>
              <a:rPr lang="en-US" sz="2000" dirty="0" err="1" smtClean="0"/>
              <a:t>সাথে</a:t>
            </a:r>
            <a:r>
              <a:rPr lang="en-US" sz="2000" dirty="0" smtClean="0"/>
              <a:t> </a:t>
            </a:r>
            <a:r>
              <a:rPr lang="en-US" sz="2000" dirty="0" err="1" smtClean="0"/>
              <a:t>আরেকটির</a:t>
            </a:r>
            <a:r>
              <a:rPr lang="en-US" sz="2000" dirty="0" smtClean="0"/>
              <a:t> </a:t>
            </a:r>
            <a:r>
              <a:rPr lang="en-US" sz="2000" dirty="0" err="1" smtClean="0"/>
              <a:t>সম্পর্কও</a:t>
            </a:r>
            <a:r>
              <a:rPr lang="en-US" sz="2000" dirty="0" smtClean="0"/>
              <a:t> </a:t>
            </a:r>
            <a:r>
              <a:rPr lang="en-US" sz="2000" dirty="0" err="1" smtClean="0"/>
              <a:t>যে</a:t>
            </a:r>
            <a:r>
              <a:rPr lang="en-US" sz="2000" dirty="0" smtClean="0"/>
              <a:t> </a:t>
            </a:r>
            <a:r>
              <a:rPr lang="en-US" sz="2000" dirty="0" err="1" smtClean="0"/>
              <a:t>আছে</a:t>
            </a:r>
            <a:r>
              <a:rPr lang="en-US" sz="2000" dirty="0" smtClean="0"/>
              <a:t> </a:t>
            </a:r>
            <a:r>
              <a:rPr lang="en-US" sz="2000" dirty="0" err="1" smtClean="0"/>
              <a:t>সেটিও</a:t>
            </a:r>
            <a:r>
              <a:rPr lang="en-US" sz="2000" dirty="0" smtClean="0"/>
              <a:t> </a:t>
            </a:r>
            <a:r>
              <a:rPr lang="en-US" sz="2000" dirty="0" err="1" smtClean="0"/>
              <a:t>স্পষ্ট</a:t>
            </a:r>
            <a:r>
              <a:rPr lang="en-US" sz="2000" dirty="0" smtClean="0"/>
              <a:t>। </a:t>
            </a:r>
            <a:r>
              <a:rPr lang="en-US" sz="2000" dirty="0" err="1" smtClean="0"/>
              <a:t>যেমন</a:t>
            </a:r>
            <a:r>
              <a:rPr lang="en-US" sz="2000" dirty="0" smtClean="0"/>
              <a:t> </a:t>
            </a:r>
            <a:r>
              <a:rPr lang="en-US" sz="2000" dirty="0" err="1" smtClean="0"/>
              <a:t>ঘুম</a:t>
            </a:r>
            <a:r>
              <a:rPr lang="en-US" sz="2000" dirty="0" smtClean="0"/>
              <a:t> </a:t>
            </a:r>
            <a:r>
              <a:rPr lang="en-US" sz="2000" dirty="0" err="1" smtClean="0"/>
              <a:t>আর</a:t>
            </a:r>
            <a:r>
              <a:rPr lang="en-US" sz="2000" dirty="0" smtClean="0"/>
              <a:t> </a:t>
            </a:r>
            <a:r>
              <a:rPr lang="en-US" sz="2000" dirty="0" err="1" smtClean="0"/>
              <a:t>সময়</a:t>
            </a:r>
            <a:r>
              <a:rPr lang="en-US" sz="2000" dirty="0" smtClean="0"/>
              <a:t>।</a:t>
            </a:r>
          </a:p>
          <a:p>
            <a:r>
              <a:rPr lang="en-US" sz="2000" dirty="0" err="1" smtClean="0"/>
              <a:t>প্রত্যেকটিই</a:t>
            </a:r>
            <a:r>
              <a:rPr lang="en-US" sz="2000" dirty="0" smtClean="0"/>
              <a:t> </a:t>
            </a:r>
            <a:r>
              <a:rPr lang="en-US" sz="2000" dirty="0" err="1" smtClean="0"/>
              <a:t>আমাদের</a:t>
            </a:r>
            <a:r>
              <a:rPr lang="en-US" sz="2000" dirty="0" smtClean="0"/>
              <a:t> </a:t>
            </a:r>
            <a:r>
              <a:rPr lang="en-US" sz="2000" dirty="0" err="1" smtClean="0"/>
              <a:t>মাথায়</a:t>
            </a:r>
            <a:r>
              <a:rPr lang="en-US" sz="2000" dirty="0" smtClean="0"/>
              <a:t> </a:t>
            </a:r>
            <a:r>
              <a:rPr lang="en-US" sz="2000" dirty="0" err="1" smtClean="0"/>
              <a:t>রাখা</a:t>
            </a:r>
            <a:r>
              <a:rPr lang="en-US" sz="2000" dirty="0" smtClean="0"/>
              <a:t> </a:t>
            </a:r>
            <a:r>
              <a:rPr lang="en-US" sz="2000" dirty="0" err="1" smtClean="0"/>
              <a:t>দরকার</a:t>
            </a:r>
            <a:r>
              <a:rPr lang="en-US" sz="2000" dirty="0" smtClean="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ধাপ</a:t>
            </a:r>
            <a:r>
              <a:rPr lang="en-US" dirty="0" smtClean="0"/>
              <a:t> ২ – </a:t>
            </a:r>
            <a:r>
              <a:rPr lang="en-US" dirty="0" err="1" smtClean="0"/>
              <a:t>কৌশল</a:t>
            </a:r>
            <a:r>
              <a:rPr lang="en-US" dirty="0" smtClean="0"/>
              <a:t> ও </a:t>
            </a:r>
            <a:r>
              <a:rPr lang="en-US" dirty="0" err="1" smtClean="0"/>
              <a:t>সমাধান</a:t>
            </a:r>
            <a:endParaRPr lang="en-US" dirty="0"/>
          </a:p>
        </p:txBody>
      </p:sp>
      <p:sp>
        <p:nvSpPr>
          <p:cNvPr id="3" name="Text Placeholder 2"/>
          <p:cNvSpPr>
            <a:spLocks noGrp="1"/>
          </p:cNvSpPr>
          <p:nvPr>
            <p:ph type="body" idx="1"/>
          </p:nvPr>
        </p:nvSpPr>
        <p:spPr/>
        <p:txBody>
          <a:bodyPr/>
          <a:lstStyle/>
          <a:p>
            <a:r>
              <a:rPr lang="en-US" dirty="0" err="1" smtClean="0"/>
              <a:t>মানুষ</a:t>
            </a:r>
            <a:r>
              <a:rPr lang="en-US" dirty="0" smtClean="0"/>
              <a:t> </a:t>
            </a:r>
            <a:r>
              <a:rPr lang="en-US" dirty="0" err="1" smtClean="0"/>
              <a:t>কোনো</a:t>
            </a:r>
            <a:r>
              <a:rPr lang="en-US" dirty="0" smtClean="0"/>
              <a:t> </a:t>
            </a:r>
            <a:r>
              <a:rPr lang="en-US" dirty="0" err="1" smtClean="0"/>
              <a:t>এক</a:t>
            </a:r>
            <a:r>
              <a:rPr lang="en-US" dirty="0" smtClean="0"/>
              <a:t> </a:t>
            </a:r>
            <a:r>
              <a:rPr lang="en-US" dirty="0" err="1" smtClean="0"/>
              <a:t>ধরণের</a:t>
            </a:r>
            <a:r>
              <a:rPr lang="en-US" dirty="0" smtClean="0"/>
              <a:t> </a:t>
            </a:r>
            <a:r>
              <a:rPr lang="en-US" dirty="0" err="1" smtClean="0"/>
              <a:t>সমস্যা</a:t>
            </a:r>
            <a:r>
              <a:rPr lang="en-US" dirty="0" smtClean="0"/>
              <a:t> </a:t>
            </a:r>
            <a:r>
              <a:rPr lang="en-US" dirty="0" err="1" smtClean="0"/>
              <a:t>মোকাবিলা</a:t>
            </a:r>
            <a:r>
              <a:rPr lang="en-US" dirty="0" smtClean="0"/>
              <a:t> </a:t>
            </a:r>
            <a:r>
              <a:rPr lang="en-US" dirty="0" err="1" smtClean="0"/>
              <a:t>করতে</a:t>
            </a:r>
            <a:r>
              <a:rPr lang="en-US" dirty="0" smtClean="0"/>
              <a:t> </a:t>
            </a:r>
            <a:r>
              <a:rPr lang="en-US" dirty="0" err="1" smtClean="0"/>
              <a:t>নির্দিষ্ট</a:t>
            </a:r>
            <a:r>
              <a:rPr lang="en-US" dirty="0" smtClean="0"/>
              <a:t> </a:t>
            </a:r>
            <a:r>
              <a:rPr lang="en-US" dirty="0" err="1" smtClean="0"/>
              <a:t>কিছু</a:t>
            </a:r>
            <a:r>
              <a:rPr lang="en-US" dirty="0" smtClean="0"/>
              <a:t> </a:t>
            </a:r>
            <a:r>
              <a:rPr lang="en-US" dirty="0" err="1" smtClean="0"/>
              <a:t>পদক্ষেপ</a:t>
            </a:r>
            <a:r>
              <a:rPr lang="en-US" dirty="0" smtClean="0"/>
              <a:t> </a:t>
            </a:r>
            <a:r>
              <a:rPr lang="en-US" dirty="0" err="1" smtClean="0"/>
              <a:t>নেয়</a:t>
            </a:r>
            <a:r>
              <a:rPr lang="en-US" dirty="0" smtClean="0"/>
              <a:t>…</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7400" y="1371600"/>
            <a:ext cx="2743200" cy="4114800"/>
          </a:xfrm>
        </p:spPr>
        <p:txBody>
          <a:bodyPr/>
          <a:lstStyle/>
          <a:p>
            <a:r>
              <a:rPr lang="en-US" dirty="0" err="1" smtClean="0"/>
              <a:t>আমাদের</a:t>
            </a:r>
            <a:r>
              <a:rPr lang="en-US" dirty="0" smtClean="0"/>
              <a:t> </a:t>
            </a:r>
            <a:r>
              <a:rPr lang="en-US" dirty="0" err="1" smtClean="0"/>
              <a:t>কোনো</a:t>
            </a:r>
            <a:r>
              <a:rPr lang="en-US" dirty="0" smtClean="0"/>
              <a:t> </a:t>
            </a:r>
            <a:r>
              <a:rPr lang="en-US" dirty="0" err="1" smtClean="0"/>
              <a:t>কিছু</a:t>
            </a:r>
            <a:r>
              <a:rPr lang="en-US" dirty="0" smtClean="0"/>
              <a:t> </a:t>
            </a:r>
            <a:r>
              <a:rPr lang="en-US" dirty="0" err="1" smtClean="0"/>
              <a:t>ঘটাতে</a:t>
            </a:r>
            <a:r>
              <a:rPr lang="en-US" dirty="0" smtClean="0"/>
              <a:t> </a:t>
            </a:r>
            <a:r>
              <a:rPr lang="en-US" dirty="0" err="1" smtClean="0"/>
              <a:t>গেলে</a:t>
            </a:r>
            <a:r>
              <a:rPr lang="en-US" dirty="0" smtClean="0"/>
              <a:t> </a:t>
            </a:r>
            <a:r>
              <a:rPr lang="en-US" dirty="0" err="1" smtClean="0"/>
              <a:t>নিজেদের</a:t>
            </a:r>
            <a:r>
              <a:rPr lang="en-US" dirty="0" smtClean="0"/>
              <a:t> </a:t>
            </a:r>
            <a:r>
              <a:rPr lang="en-US" dirty="0" err="1" smtClean="0"/>
              <a:t>কিছু</a:t>
            </a:r>
            <a:r>
              <a:rPr lang="en-US" dirty="0" smtClean="0"/>
              <a:t> </a:t>
            </a:r>
            <a:r>
              <a:rPr lang="en-US" dirty="0" err="1" smtClean="0"/>
              <a:t>নিয়ম</a:t>
            </a:r>
            <a:r>
              <a:rPr lang="en-US" dirty="0" smtClean="0"/>
              <a:t> </a:t>
            </a:r>
            <a:r>
              <a:rPr lang="en-US" dirty="0" err="1" smtClean="0"/>
              <a:t>থাকা</a:t>
            </a:r>
            <a:r>
              <a:rPr lang="en-US" dirty="0" smtClean="0"/>
              <a:t> </a:t>
            </a:r>
            <a:r>
              <a:rPr lang="en-US" dirty="0" err="1" smtClean="0"/>
              <a:t>লাগবে</a:t>
            </a:r>
            <a:r>
              <a:rPr lang="en-US" dirty="0" smtClean="0"/>
              <a:t>, </a:t>
            </a:r>
            <a:r>
              <a:rPr lang="en-US" dirty="0" err="1" smtClean="0"/>
              <a:t>যেখানে</a:t>
            </a:r>
            <a:r>
              <a:rPr lang="en-US" dirty="0" smtClean="0"/>
              <a:t> </a:t>
            </a:r>
            <a:r>
              <a:rPr lang="en-US" dirty="0" err="1" smtClean="0"/>
              <a:t>আমরা</a:t>
            </a:r>
            <a:r>
              <a:rPr lang="en-US" dirty="0" smtClean="0"/>
              <a:t> </a:t>
            </a:r>
            <a:r>
              <a:rPr lang="en-US" dirty="0" err="1" smtClean="0"/>
              <a:t>ঠিক</a:t>
            </a:r>
            <a:r>
              <a:rPr lang="en-US" dirty="0" smtClean="0"/>
              <a:t> </a:t>
            </a:r>
            <a:r>
              <a:rPr lang="en-US" dirty="0" err="1" smtClean="0"/>
              <a:t>করবো</a:t>
            </a:r>
            <a:r>
              <a:rPr lang="en-US" dirty="0" smtClean="0"/>
              <a:t> </a:t>
            </a:r>
            <a:r>
              <a:rPr lang="en-US" dirty="0" err="1" smtClean="0"/>
              <a:t>যে</a:t>
            </a:r>
            <a:r>
              <a:rPr lang="en-US" dirty="0" smtClean="0"/>
              <a:t> </a:t>
            </a:r>
            <a:r>
              <a:rPr lang="en-US" dirty="0" err="1" smtClean="0"/>
              <a:t>কোন</a:t>
            </a:r>
            <a:r>
              <a:rPr lang="en-US" dirty="0" smtClean="0"/>
              <a:t> </a:t>
            </a:r>
            <a:r>
              <a:rPr lang="en-US" dirty="0" err="1" smtClean="0"/>
              <a:t>দিকে</a:t>
            </a:r>
            <a:r>
              <a:rPr lang="en-US" dirty="0" smtClean="0"/>
              <a:t> </a:t>
            </a:r>
            <a:r>
              <a:rPr lang="en-US" dirty="0" err="1" smtClean="0"/>
              <a:t>গুরুত্ব</a:t>
            </a:r>
            <a:r>
              <a:rPr lang="en-US" dirty="0" smtClean="0"/>
              <a:t> </a:t>
            </a:r>
            <a:r>
              <a:rPr lang="en-US" dirty="0" err="1" smtClean="0"/>
              <a:t>বেশি</a:t>
            </a:r>
            <a:r>
              <a:rPr lang="en-US" dirty="0" smtClean="0"/>
              <a:t> </a:t>
            </a:r>
            <a:r>
              <a:rPr lang="en-US" dirty="0" err="1" smtClean="0"/>
              <a:t>দেয়া</a:t>
            </a:r>
            <a:r>
              <a:rPr lang="en-US" dirty="0" smtClean="0"/>
              <a:t> </a:t>
            </a:r>
            <a:r>
              <a:rPr lang="en-US" dirty="0" err="1" smtClean="0"/>
              <a:t>হবে</a:t>
            </a:r>
            <a:r>
              <a:rPr lang="en-US" dirty="0" smtClean="0"/>
              <a:t>। </a:t>
            </a:r>
            <a:r>
              <a:rPr lang="en-US" dirty="0" err="1" smtClean="0"/>
              <a:t>এই</a:t>
            </a:r>
            <a:r>
              <a:rPr lang="en-US" dirty="0" smtClean="0"/>
              <a:t> </a:t>
            </a:r>
            <a:r>
              <a:rPr lang="en-US" dirty="0" err="1" smtClean="0"/>
              <a:t>কাজ</a:t>
            </a:r>
            <a:r>
              <a:rPr lang="en-US" dirty="0" smtClean="0"/>
              <a:t> </a:t>
            </a:r>
            <a:r>
              <a:rPr lang="en-US" dirty="0" err="1" smtClean="0"/>
              <a:t>একমাত্র</a:t>
            </a:r>
            <a:r>
              <a:rPr lang="en-US" dirty="0" smtClean="0"/>
              <a:t> </a:t>
            </a:r>
            <a:r>
              <a:rPr lang="en-US" dirty="0" err="1" smtClean="0"/>
              <a:t>তখনই</a:t>
            </a:r>
            <a:r>
              <a:rPr lang="en-US" dirty="0" smtClean="0"/>
              <a:t> </a:t>
            </a:r>
            <a:r>
              <a:rPr lang="en-US" dirty="0" err="1" smtClean="0"/>
              <a:t>সম্ভব</a:t>
            </a:r>
            <a:r>
              <a:rPr lang="en-US" dirty="0" smtClean="0"/>
              <a:t> </a:t>
            </a:r>
            <a:r>
              <a:rPr lang="en-US" dirty="0" err="1" smtClean="0"/>
              <a:t>যখন</a:t>
            </a:r>
            <a:r>
              <a:rPr lang="en-US" dirty="0" smtClean="0"/>
              <a:t> </a:t>
            </a:r>
            <a:r>
              <a:rPr lang="en-US" dirty="0" err="1" smtClean="0"/>
              <a:t>কোনো</a:t>
            </a:r>
            <a:r>
              <a:rPr lang="en-US" dirty="0" smtClean="0"/>
              <a:t> </a:t>
            </a:r>
            <a:r>
              <a:rPr lang="en-US" dirty="0" err="1" smtClean="0"/>
              <a:t>নির্দিষ্ট</a:t>
            </a:r>
            <a:r>
              <a:rPr lang="en-US" dirty="0" smtClean="0"/>
              <a:t> </a:t>
            </a:r>
            <a:r>
              <a:rPr lang="en-US" dirty="0" err="1" smtClean="0"/>
              <a:t>কাজের</a:t>
            </a:r>
            <a:r>
              <a:rPr lang="en-US" dirty="0" smtClean="0"/>
              <a:t> </a:t>
            </a:r>
            <a:r>
              <a:rPr lang="en-US" dirty="0" err="1" smtClean="0"/>
              <a:t>প্রত্যেক</a:t>
            </a:r>
            <a:r>
              <a:rPr lang="en-US" dirty="0" smtClean="0"/>
              <a:t> </a:t>
            </a:r>
            <a:r>
              <a:rPr lang="en-US" dirty="0" err="1" smtClean="0"/>
              <a:t>ধাপ</a:t>
            </a:r>
            <a:r>
              <a:rPr lang="en-US" dirty="0" smtClean="0"/>
              <a:t> </a:t>
            </a:r>
            <a:r>
              <a:rPr lang="en-US" dirty="0" err="1" smtClean="0"/>
              <a:t>এর</a:t>
            </a:r>
            <a:r>
              <a:rPr lang="en-US" dirty="0" smtClean="0"/>
              <a:t> </a:t>
            </a:r>
            <a:r>
              <a:rPr lang="en-US" dirty="0" err="1" smtClean="0"/>
              <a:t>জন্য</a:t>
            </a:r>
            <a:r>
              <a:rPr lang="en-US" dirty="0" smtClean="0"/>
              <a:t> </a:t>
            </a:r>
            <a:r>
              <a:rPr lang="en-US" dirty="0" err="1" smtClean="0"/>
              <a:t>বিশেষ</a:t>
            </a:r>
            <a:r>
              <a:rPr lang="en-US" dirty="0" smtClean="0"/>
              <a:t> </a:t>
            </a:r>
            <a:r>
              <a:rPr lang="en-US" dirty="0" smtClean="0">
                <a:hlinkClick r:id="rId2"/>
              </a:rPr>
              <a:t>doctrine</a:t>
            </a:r>
            <a:r>
              <a:rPr lang="en-US" dirty="0" smtClean="0"/>
              <a:t> </a:t>
            </a:r>
            <a:r>
              <a:rPr lang="en-US" dirty="0" err="1" smtClean="0"/>
              <a:t>দাঁড়</a:t>
            </a:r>
            <a:r>
              <a:rPr lang="en-US" dirty="0" smtClean="0"/>
              <a:t> </a:t>
            </a:r>
            <a:r>
              <a:rPr lang="en-US" dirty="0" err="1" smtClean="0"/>
              <a:t>করাবো</a:t>
            </a:r>
            <a:r>
              <a:rPr lang="en-US" dirty="0" smtClean="0"/>
              <a:t>। </a:t>
            </a:r>
            <a:endParaRPr lang="en-US" dirty="0"/>
          </a:p>
        </p:txBody>
      </p:sp>
      <p:pic>
        <p:nvPicPr>
          <p:cNvPr id="5" name="Picture Placeholder 4" descr="index.jpg"/>
          <p:cNvPicPr>
            <a:picLocks noGrp="1" noChangeAspect="1"/>
          </p:cNvPicPr>
          <p:nvPr>
            <p:ph type="pic" idx="1"/>
          </p:nvPr>
        </p:nvPicPr>
        <p:blipFill>
          <a:blip r:embed="rId3"/>
          <a:srcRect l="12622" r="12622"/>
          <a:stretch>
            <a:fillRect/>
          </a:stretch>
        </p:blipFill>
        <p:spPr/>
      </p:pic>
      <p:sp>
        <p:nvSpPr>
          <p:cNvPr id="4" name="Text Placeholder 3"/>
          <p:cNvSpPr>
            <a:spLocks noGrp="1"/>
          </p:cNvSpPr>
          <p:nvPr>
            <p:ph type="body" sz="half" idx="2"/>
          </p:nvPr>
        </p:nvSpPr>
        <p:spPr/>
        <p:txBody>
          <a:bodyPr/>
          <a:lstStyle/>
          <a:p>
            <a:r>
              <a:rPr lang="en-US" dirty="0" err="1" smtClean="0"/>
              <a:t>মিলিটারি</a:t>
            </a:r>
            <a:r>
              <a:rPr lang="en-US" dirty="0" smtClean="0"/>
              <a:t> </a:t>
            </a:r>
            <a:r>
              <a:rPr lang="en-US" dirty="0" err="1" smtClean="0"/>
              <a:t>ডকট্রিন</a:t>
            </a:r>
            <a:r>
              <a:rPr lang="en-US" dirty="0" smtClean="0"/>
              <a:t> </a:t>
            </a:r>
            <a:r>
              <a:rPr lang="en-US" dirty="0" err="1" smtClean="0"/>
              <a:t>এর</a:t>
            </a:r>
            <a:r>
              <a:rPr lang="en-US" dirty="0" smtClean="0"/>
              <a:t> </a:t>
            </a:r>
            <a:r>
              <a:rPr lang="en-US" dirty="0" err="1" smtClean="0"/>
              <a:t>বাস্তবায়ন</a:t>
            </a:r>
            <a:r>
              <a:rPr lang="en-US" dirty="0" smtClean="0"/>
              <a:t> - </a:t>
            </a:r>
            <a:r>
              <a:rPr lang="en-US" dirty="0" err="1" smtClean="0"/>
              <a:t>ট্রেনিং</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29200"/>
            <a:ext cx="8229600" cy="762000"/>
          </a:xfrm>
        </p:spPr>
        <p:txBody>
          <a:bodyPr>
            <a:normAutofit fontScale="90000"/>
          </a:bodyPr>
          <a:lstStyle/>
          <a:p>
            <a:r>
              <a:rPr lang="en-US" dirty="0" err="1" smtClean="0"/>
              <a:t>বেসিক-টেস্ট</a:t>
            </a:r>
            <a:r>
              <a:rPr lang="en-US" dirty="0" smtClean="0"/>
              <a:t> </a:t>
            </a:r>
            <a:r>
              <a:rPr lang="en-US" dirty="0" err="1" smtClean="0"/>
              <a:t>পেপার</a:t>
            </a:r>
            <a:endParaRPr lang="en-US" dirty="0"/>
          </a:p>
        </p:txBody>
      </p:sp>
      <p:sp>
        <p:nvSpPr>
          <p:cNvPr id="3" name="Text Placeholder 2"/>
          <p:cNvSpPr>
            <a:spLocks noGrp="1"/>
          </p:cNvSpPr>
          <p:nvPr>
            <p:ph type="body" idx="1"/>
          </p:nvPr>
        </p:nvSpPr>
        <p:spPr/>
        <p:txBody>
          <a:bodyPr/>
          <a:lstStyle/>
          <a:p>
            <a:pPr algn="ctr"/>
            <a:r>
              <a:rPr lang="en-US" dirty="0" err="1" smtClean="0"/>
              <a:t>বেসিক</a:t>
            </a:r>
            <a:endParaRPr lang="en-US" dirty="0"/>
          </a:p>
        </p:txBody>
      </p:sp>
      <p:sp>
        <p:nvSpPr>
          <p:cNvPr id="4" name="Text Placeholder 3"/>
          <p:cNvSpPr>
            <a:spLocks noGrp="1"/>
          </p:cNvSpPr>
          <p:nvPr>
            <p:ph type="body" sz="half" idx="3"/>
          </p:nvPr>
        </p:nvSpPr>
        <p:spPr/>
        <p:txBody>
          <a:bodyPr/>
          <a:lstStyle/>
          <a:p>
            <a:pPr algn="ctr"/>
            <a:r>
              <a:rPr lang="en-US" dirty="0" err="1" smtClean="0"/>
              <a:t>টেস্ট</a:t>
            </a:r>
            <a:r>
              <a:rPr lang="en-US" dirty="0" smtClean="0"/>
              <a:t> </a:t>
            </a:r>
            <a:r>
              <a:rPr lang="en-US" dirty="0" err="1" smtClean="0"/>
              <a:t>পেপার</a:t>
            </a:r>
            <a:r>
              <a:rPr lang="en-US" dirty="0" smtClean="0"/>
              <a:t> </a:t>
            </a:r>
            <a:r>
              <a:rPr lang="en-US" dirty="0" err="1" smtClean="0"/>
              <a:t>সলভ</a:t>
            </a:r>
            <a:endParaRPr lang="en-US" dirty="0"/>
          </a:p>
        </p:txBody>
      </p:sp>
      <p:sp>
        <p:nvSpPr>
          <p:cNvPr id="5" name="Content Placeholder 4"/>
          <p:cNvSpPr>
            <a:spLocks noGrp="1"/>
          </p:cNvSpPr>
          <p:nvPr>
            <p:ph sz="quarter" idx="2"/>
          </p:nvPr>
        </p:nvSpPr>
        <p:spPr/>
        <p:txBody>
          <a:bodyPr/>
          <a:lstStyle/>
          <a:p>
            <a:r>
              <a:rPr lang="en-US" sz="1600" dirty="0" err="1" smtClean="0"/>
              <a:t>থিওরির</a:t>
            </a:r>
            <a:r>
              <a:rPr lang="en-US" sz="1600" dirty="0" smtClean="0"/>
              <a:t> </a:t>
            </a:r>
            <a:r>
              <a:rPr lang="en-US" sz="1600" dirty="0" err="1" smtClean="0"/>
              <a:t>আরেক</a:t>
            </a:r>
            <a:r>
              <a:rPr lang="en-US" sz="1600" dirty="0" smtClean="0"/>
              <a:t> </a:t>
            </a:r>
            <a:r>
              <a:rPr lang="en-US" sz="1600" dirty="0" err="1" smtClean="0"/>
              <a:t>নাম</a:t>
            </a:r>
            <a:r>
              <a:rPr lang="en-US" sz="1600" dirty="0" smtClean="0"/>
              <a:t> </a:t>
            </a:r>
            <a:r>
              <a:rPr lang="en-US" sz="1600" dirty="0" err="1" smtClean="0"/>
              <a:t>বেসিক</a:t>
            </a:r>
            <a:endParaRPr lang="en-US" sz="1600" dirty="0" smtClean="0"/>
          </a:p>
          <a:p>
            <a:r>
              <a:rPr lang="en-US" sz="1600" dirty="0" err="1" smtClean="0"/>
              <a:t>সবথেকে</a:t>
            </a:r>
            <a:r>
              <a:rPr lang="en-US" sz="1600" dirty="0" smtClean="0"/>
              <a:t> </a:t>
            </a:r>
            <a:r>
              <a:rPr lang="en-US" sz="1600" dirty="0" err="1" smtClean="0"/>
              <a:t>বড়</a:t>
            </a:r>
            <a:r>
              <a:rPr lang="en-US" sz="1600" dirty="0" smtClean="0"/>
              <a:t> </a:t>
            </a:r>
            <a:r>
              <a:rPr lang="en-US" sz="1600" dirty="0" err="1" smtClean="0"/>
              <a:t>কথা</a:t>
            </a:r>
            <a:r>
              <a:rPr lang="en-US" sz="1600" dirty="0" smtClean="0"/>
              <a:t>, </a:t>
            </a:r>
            <a:r>
              <a:rPr lang="en-US" sz="1600" dirty="0" err="1" smtClean="0"/>
              <a:t>সব</a:t>
            </a:r>
            <a:r>
              <a:rPr lang="en-US" sz="1600" dirty="0" smtClean="0"/>
              <a:t> </a:t>
            </a:r>
            <a:r>
              <a:rPr lang="en-US" sz="1600" dirty="0" err="1" smtClean="0"/>
              <a:t>বেসিক</a:t>
            </a:r>
            <a:r>
              <a:rPr lang="en-US" sz="1600" dirty="0" smtClean="0"/>
              <a:t> </a:t>
            </a:r>
            <a:r>
              <a:rPr lang="en-US" sz="1600" dirty="0" err="1" smtClean="0"/>
              <a:t>আয়ত্ব</a:t>
            </a:r>
            <a:r>
              <a:rPr lang="en-US" sz="1600" dirty="0" smtClean="0"/>
              <a:t> </a:t>
            </a:r>
            <a:r>
              <a:rPr lang="en-US" sz="1600" dirty="0" err="1" smtClean="0"/>
              <a:t>না</a:t>
            </a:r>
            <a:r>
              <a:rPr lang="en-US" sz="1600" dirty="0" smtClean="0"/>
              <a:t> </a:t>
            </a:r>
            <a:r>
              <a:rPr lang="en-US" sz="1600" dirty="0" err="1" smtClean="0"/>
              <a:t>থাকলেও</a:t>
            </a:r>
            <a:r>
              <a:rPr lang="en-US" sz="1600" dirty="0" smtClean="0"/>
              <a:t> </a:t>
            </a:r>
            <a:r>
              <a:rPr lang="en-US" sz="1600" dirty="0" err="1" smtClean="0"/>
              <a:t>সময়</a:t>
            </a:r>
            <a:r>
              <a:rPr lang="en-US" sz="1600" dirty="0" smtClean="0"/>
              <a:t> </a:t>
            </a:r>
            <a:r>
              <a:rPr lang="en-US" sz="1600" dirty="0" err="1" smtClean="0"/>
              <a:t>কম</a:t>
            </a:r>
            <a:r>
              <a:rPr lang="en-US" sz="1600" dirty="0" smtClean="0"/>
              <a:t> </a:t>
            </a:r>
            <a:r>
              <a:rPr lang="en-US" sz="1600" dirty="0" err="1" smtClean="0"/>
              <a:t>এইবার</a:t>
            </a:r>
            <a:r>
              <a:rPr lang="en-US" sz="1600" dirty="0" smtClean="0"/>
              <a:t>।</a:t>
            </a:r>
          </a:p>
          <a:p>
            <a:r>
              <a:rPr lang="en-US" sz="1600" dirty="0" err="1" smtClean="0"/>
              <a:t>থিওরি</a:t>
            </a:r>
            <a:r>
              <a:rPr lang="en-US" sz="1600" dirty="0" smtClean="0"/>
              <a:t> </a:t>
            </a:r>
            <a:r>
              <a:rPr lang="en-US" sz="1600" dirty="0" err="1" smtClean="0"/>
              <a:t>ক্লিয়ার</a:t>
            </a:r>
            <a:r>
              <a:rPr lang="en-US" sz="1600" dirty="0" smtClean="0"/>
              <a:t> </a:t>
            </a:r>
            <a:r>
              <a:rPr lang="en-US" sz="1600" dirty="0" err="1" smtClean="0"/>
              <a:t>রাখার</a:t>
            </a:r>
            <a:r>
              <a:rPr lang="en-US" sz="1600" dirty="0" smtClean="0"/>
              <a:t> </a:t>
            </a:r>
            <a:r>
              <a:rPr lang="en-US" sz="1600" dirty="0" err="1" smtClean="0"/>
              <a:t>জন্য</a:t>
            </a:r>
            <a:r>
              <a:rPr lang="en-US" sz="1600" dirty="0" smtClean="0"/>
              <a:t> </a:t>
            </a:r>
            <a:r>
              <a:rPr lang="en-US" sz="1600" dirty="0" err="1" smtClean="0"/>
              <a:t>থিওরি</a:t>
            </a:r>
            <a:r>
              <a:rPr lang="en-US" sz="1600" dirty="0" smtClean="0"/>
              <a:t> </a:t>
            </a:r>
            <a:r>
              <a:rPr lang="en-US" sz="1600" dirty="0" err="1" smtClean="0"/>
              <a:t>সম্পর্কিত</a:t>
            </a:r>
            <a:r>
              <a:rPr lang="en-US" sz="1600" dirty="0" smtClean="0"/>
              <a:t> </a:t>
            </a:r>
            <a:r>
              <a:rPr lang="en-US" sz="1600" dirty="0" err="1" smtClean="0"/>
              <a:t>প্রশ্ন</a:t>
            </a:r>
            <a:r>
              <a:rPr lang="en-US" sz="1600" dirty="0" smtClean="0"/>
              <a:t> </a:t>
            </a:r>
            <a:r>
              <a:rPr lang="en-US" sz="1600" dirty="0" err="1" smtClean="0"/>
              <a:t>সমাধান</a:t>
            </a:r>
            <a:r>
              <a:rPr lang="en-US" sz="1600" dirty="0" smtClean="0"/>
              <a:t> </a:t>
            </a:r>
            <a:r>
              <a:rPr lang="en-US" sz="1600" dirty="0" err="1" smtClean="0"/>
              <a:t>করাটা</a:t>
            </a:r>
            <a:r>
              <a:rPr lang="en-US" sz="1600" dirty="0" smtClean="0"/>
              <a:t> </a:t>
            </a:r>
            <a:r>
              <a:rPr lang="en-US" sz="1600" dirty="0" err="1" smtClean="0"/>
              <a:t>বাড়ানো</a:t>
            </a:r>
            <a:r>
              <a:rPr lang="en-US" sz="1600" dirty="0" smtClean="0"/>
              <a:t> </a:t>
            </a:r>
            <a:r>
              <a:rPr lang="en-US" sz="1600" dirty="0" err="1" smtClean="0"/>
              <a:t>লাগবে</a:t>
            </a:r>
            <a:r>
              <a:rPr lang="en-US" sz="1600" dirty="0" smtClean="0"/>
              <a:t>। </a:t>
            </a:r>
            <a:r>
              <a:rPr lang="en-US" sz="1600" dirty="0" err="1" smtClean="0"/>
              <a:t>এক্ষেত্রে</a:t>
            </a:r>
            <a:r>
              <a:rPr lang="en-US" sz="1600" dirty="0" smtClean="0"/>
              <a:t> </a:t>
            </a:r>
            <a:r>
              <a:rPr lang="en-US" sz="1600" dirty="0" err="1" smtClean="0"/>
              <a:t>অনলাইন</a:t>
            </a:r>
            <a:r>
              <a:rPr lang="en-US" sz="1600" dirty="0" smtClean="0"/>
              <a:t> </a:t>
            </a:r>
            <a:r>
              <a:rPr lang="en-US" sz="1600" dirty="0" err="1" smtClean="0"/>
              <a:t>অনেক</a:t>
            </a:r>
            <a:r>
              <a:rPr lang="en-US" sz="1600" dirty="0" smtClean="0"/>
              <a:t> </a:t>
            </a:r>
            <a:r>
              <a:rPr lang="en-US" sz="1600" dirty="0" err="1" smtClean="0"/>
              <a:t>কাজে</a:t>
            </a:r>
            <a:r>
              <a:rPr lang="en-US" sz="1600" dirty="0" smtClean="0"/>
              <a:t> </a:t>
            </a:r>
            <a:r>
              <a:rPr lang="en-US" sz="1600" dirty="0" err="1" smtClean="0"/>
              <a:t>দেয়</a:t>
            </a:r>
            <a:r>
              <a:rPr lang="en-US" sz="1600" dirty="0" smtClean="0"/>
              <a:t>।</a:t>
            </a:r>
          </a:p>
          <a:p>
            <a:r>
              <a:rPr lang="en-US" sz="1600" dirty="0" err="1" smtClean="0"/>
              <a:t>সর্বোপরি</a:t>
            </a:r>
            <a:r>
              <a:rPr lang="en-US" sz="1600" dirty="0" smtClean="0"/>
              <a:t> </a:t>
            </a:r>
            <a:r>
              <a:rPr lang="en-US" sz="1600" dirty="0" err="1" smtClean="0"/>
              <a:t>থিওরি</a:t>
            </a:r>
            <a:r>
              <a:rPr lang="en-US" sz="1600" dirty="0" smtClean="0"/>
              <a:t> </a:t>
            </a:r>
            <a:r>
              <a:rPr lang="en-US" sz="1600" dirty="0" err="1" smtClean="0"/>
              <a:t>নিয়ে</a:t>
            </a:r>
            <a:r>
              <a:rPr lang="en-US" sz="1600" dirty="0" smtClean="0"/>
              <a:t> </a:t>
            </a:r>
            <a:r>
              <a:rPr lang="en-US" sz="1600" dirty="0" err="1" smtClean="0"/>
              <a:t>বেশি</a:t>
            </a:r>
            <a:r>
              <a:rPr lang="en-US" sz="1600" dirty="0" smtClean="0"/>
              <a:t> </a:t>
            </a:r>
            <a:r>
              <a:rPr lang="en-US" sz="1600" dirty="0" err="1" smtClean="0"/>
              <a:t>ভয়</a:t>
            </a:r>
            <a:r>
              <a:rPr lang="en-US" sz="1600" dirty="0" smtClean="0"/>
              <a:t> </a:t>
            </a:r>
            <a:r>
              <a:rPr lang="en-US" sz="1600" dirty="0" err="1" smtClean="0"/>
              <a:t>না</a:t>
            </a:r>
            <a:r>
              <a:rPr lang="en-US" sz="1600" dirty="0" smtClean="0"/>
              <a:t> </a:t>
            </a:r>
            <a:r>
              <a:rPr lang="en-US" sz="1600" dirty="0" err="1" smtClean="0"/>
              <a:t>পেয়ে</a:t>
            </a:r>
            <a:r>
              <a:rPr lang="en-US" sz="1600" dirty="0" smtClean="0"/>
              <a:t> </a:t>
            </a:r>
            <a:r>
              <a:rPr lang="en-US" sz="1600" dirty="0" err="1" smtClean="0"/>
              <a:t>টেস্ট</a:t>
            </a:r>
            <a:r>
              <a:rPr lang="en-US" sz="1600" dirty="0" smtClean="0"/>
              <a:t> </a:t>
            </a:r>
            <a:r>
              <a:rPr lang="en-US" sz="1600" dirty="0" err="1" smtClean="0"/>
              <a:t>পেপারে</a:t>
            </a:r>
            <a:r>
              <a:rPr lang="en-US" sz="1600" dirty="0" smtClean="0"/>
              <a:t> </a:t>
            </a:r>
            <a:r>
              <a:rPr lang="en-US" sz="1600" dirty="0" err="1" smtClean="0"/>
              <a:t>বেশি</a:t>
            </a:r>
            <a:r>
              <a:rPr lang="en-US" sz="1600" dirty="0" smtClean="0"/>
              <a:t> </a:t>
            </a:r>
            <a:r>
              <a:rPr lang="en-US" sz="1600" dirty="0" err="1" smtClean="0"/>
              <a:t>মন</a:t>
            </a:r>
            <a:r>
              <a:rPr lang="en-US" sz="1600" dirty="0" smtClean="0"/>
              <a:t> </a:t>
            </a:r>
            <a:r>
              <a:rPr lang="en-US" sz="1600" dirty="0" err="1" smtClean="0"/>
              <a:t>দেয়া</a:t>
            </a:r>
            <a:r>
              <a:rPr lang="en-US" sz="1600" dirty="0" smtClean="0"/>
              <a:t> </a:t>
            </a:r>
            <a:r>
              <a:rPr lang="en-US" sz="1600" dirty="0" err="1" smtClean="0"/>
              <a:t>লাগবে</a:t>
            </a:r>
            <a:r>
              <a:rPr lang="en-US" sz="1600" dirty="0" smtClean="0"/>
              <a:t>। </a:t>
            </a:r>
            <a:r>
              <a:rPr lang="en-US" sz="1600" dirty="0" err="1" smtClean="0"/>
              <a:t>যদিও</a:t>
            </a:r>
            <a:r>
              <a:rPr lang="en-US" sz="1600" dirty="0" smtClean="0"/>
              <a:t> </a:t>
            </a:r>
            <a:r>
              <a:rPr lang="en-US" sz="1600" dirty="0" err="1" smtClean="0"/>
              <a:t>এর</a:t>
            </a:r>
            <a:r>
              <a:rPr lang="en-US" sz="1600" dirty="0" smtClean="0"/>
              <a:t> </a:t>
            </a:r>
            <a:r>
              <a:rPr lang="en-US" sz="1600" dirty="0" err="1" smtClean="0"/>
              <a:t>আগেরবার</a:t>
            </a:r>
            <a:r>
              <a:rPr lang="en-US" sz="1600" dirty="0" smtClean="0"/>
              <a:t> </a:t>
            </a:r>
            <a:r>
              <a:rPr lang="en-US" sz="1600" dirty="0" err="1" smtClean="0"/>
              <a:t>এর</a:t>
            </a:r>
            <a:r>
              <a:rPr lang="en-US" sz="1600" dirty="0" smtClean="0"/>
              <a:t> </a:t>
            </a:r>
            <a:r>
              <a:rPr lang="en-US" sz="1600" dirty="0" err="1" smtClean="0"/>
              <a:t>পরীক্ষাগুলাতে</a:t>
            </a:r>
            <a:r>
              <a:rPr lang="en-US" sz="1600" dirty="0" smtClean="0"/>
              <a:t> </a:t>
            </a:r>
            <a:r>
              <a:rPr lang="en-US" sz="1600" dirty="0" err="1" smtClean="0"/>
              <a:t>টেস্ট</a:t>
            </a:r>
            <a:r>
              <a:rPr lang="en-US" sz="1600" dirty="0" smtClean="0"/>
              <a:t> </a:t>
            </a:r>
            <a:r>
              <a:rPr lang="en-US" sz="1600" dirty="0" err="1" smtClean="0"/>
              <a:t>পেপারের</a:t>
            </a:r>
            <a:r>
              <a:rPr lang="en-US" sz="1600" dirty="0" smtClean="0"/>
              <a:t> </a:t>
            </a:r>
            <a:r>
              <a:rPr lang="en-US" sz="1600" dirty="0" err="1" smtClean="0"/>
              <a:t>ভার</a:t>
            </a:r>
            <a:r>
              <a:rPr lang="en-US" sz="1600" dirty="0" smtClean="0"/>
              <a:t> </a:t>
            </a:r>
            <a:r>
              <a:rPr lang="en-US" sz="1600" dirty="0" err="1" smtClean="0"/>
              <a:t>বেশি</a:t>
            </a:r>
            <a:r>
              <a:rPr lang="en-US" sz="1600" dirty="0" smtClean="0"/>
              <a:t> </a:t>
            </a:r>
            <a:r>
              <a:rPr lang="en-US" sz="1600" dirty="0" err="1" smtClean="0"/>
              <a:t>থাকতো</a:t>
            </a:r>
            <a:r>
              <a:rPr lang="en-US" sz="1600" dirty="0" smtClean="0"/>
              <a:t>, </a:t>
            </a:r>
            <a:r>
              <a:rPr lang="en-US" sz="1600" dirty="0" err="1" smtClean="0"/>
              <a:t>এবার</a:t>
            </a:r>
            <a:r>
              <a:rPr lang="en-US" sz="1600" dirty="0" smtClean="0"/>
              <a:t> </a:t>
            </a:r>
            <a:r>
              <a:rPr lang="en-US" sz="1600" dirty="0" err="1" smtClean="0"/>
              <a:t>তা</a:t>
            </a:r>
            <a:r>
              <a:rPr lang="en-US" sz="1600" dirty="0" smtClean="0"/>
              <a:t> </a:t>
            </a:r>
            <a:r>
              <a:rPr lang="en-US" sz="1600" dirty="0" err="1" smtClean="0"/>
              <a:t>কমে</a:t>
            </a:r>
            <a:r>
              <a:rPr lang="en-US" sz="1600" dirty="0" smtClean="0"/>
              <a:t> </a:t>
            </a:r>
            <a:r>
              <a:rPr lang="en-US" sz="1600" dirty="0" err="1" smtClean="0"/>
              <a:t>যাবে</a:t>
            </a:r>
            <a:r>
              <a:rPr lang="en-US" sz="1600" dirty="0" smtClean="0"/>
              <a:t>। </a:t>
            </a:r>
            <a:r>
              <a:rPr lang="en-US" sz="1600" dirty="0" err="1" smtClean="0"/>
              <a:t>বেসিক</a:t>
            </a:r>
            <a:r>
              <a:rPr lang="en-US" sz="1600" dirty="0" smtClean="0"/>
              <a:t> </a:t>
            </a:r>
            <a:r>
              <a:rPr lang="en-US" sz="1600" dirty="0" err="1" smtClean="0"/>
              <a:t>একদম</a:t>
            </a:r>
            <a:r>
              <a:rPr lang="en-US" sz="1600" dirty="0" smtClean="0"/>
              <a:t> </a:t>
            </a:r>
            <a:r>
              <a:rPr lang="en-US" sz="1600" dirty="0" err="1" smtClean="0"/>
              <a:t>দূর্বল</a:t>
            </a:r>
            <a:r>
              <a:rPr lang="en-US" sz="1600" dirty="0" smtClean="0"/>
              <a:t> </a:t>
            </a:r>
            <a:r>
              <a:rPr lang="en-US" sz="1600" dirty="0" err="1" smtClean="0"/>
              <a:t>হলে</a:t>
            </a:r>
            <a:r>
              <a:rPr lang="en-US" sz="1600" dirty="0" smtClean="0"/>
              <a:t> </a:t>
            </a:r>
            <a:r>
              <a:rPr lang="en-US" sz="1600" dirty="0" err="1" smtClean="0"/>
              <a:t>বিপাক</a:t>
            </a:r>
            <a:r>
              <a:rPr lang="en-US" sz="1600" dirty="0" smtClean="0"/>
              <a:t> </a:t>
            </a:r>
            <a:r>
              <a:rPr lang="en-US" sz="1600" dirty="0" err="1" smtClean="0"/>
              <a:t>নিশ্চিত</a:t>
            </a:r>
            <a:r>
              <a:rPr lang="en-US" sz="1600" dirty="0" smtClean="0"/>
              <a:t>।</a:t>
            </a:r>
          </a:p>
        </p:txBody>
      </p:sp>
      <p:sp>
        <p:nvSpPr>
          <p:cNvPr id="6" name="Content Placeholder 5"/>
          <p:cNvSpPr>
            <a:spLocks noGrp="1"/>
          </p:cNvSpPr>
          <p:nvPr>
            <p:ph sz="quarter" idx="4"/>
          </p:nvPr>
        </p:nvSpPr>
        <p:spPr/>
        <p:txBody>
          <a:bodyPr>
            <a:normAutofit/>
          </a:bodyPr>
          <a:lstStyle/>
          <a:p>
            <a:r>
              <a:rPr lang="en-US" sz="1600" dirty="0" err="1" smtClean="0"/>
              <a:t>এইটা</a:t>
            </a:r>
            <a:r>
              <a:rPr lang="en-US" sz="1600" dirty="0" smtClean="0"/>
              <a:t> </a:t>
            </a:r>
            <a:r>
              <a:rPr lang="en-US" sz="1600" dirty="0" err="1" smtClean="0"/>
              <a:t>মূলত</a:t>
            </a:r>
            <a:r>
              <a:rPr lang="en-US" sz="1600" dirty="0" smtClean="0"/>
              <a:t> </a:t>
            </a:r>
            <a:r>
              <a:rPr lang="en-US" sz="1600" dirty="0" err="1" smtClean="0"/>
              <a:t>প্রায়োগিক</a:t>
            </a:r>
            <a:r>
              <a:rPr lang="en-US" sz="1600" dirty="0" smtClean="0"/>
              <a:t> </a:t>
            </a:r>
            <a:r>
              <a:rPr lang="en-US" sz="1600" dirty="0" err="1" smtClean="0"/>
              <a:t>কাজ</a:t>
            </a:r>
            <a:r>
              <a:rPr lang="en-US" sz="1600" dirty="0" smtClean="0"/>
              <a:t>, </a:t>
            </a:r>
            <a:r>
              <a:rPr lang="en-US" sz="1600" dirty="0" err="1" smtClean="0"/>
              <a:t>বোর্ড</a:t>
            </a:r>
            <a:r>
              <a:rPr lang="en-US" sz="1600" dirty="0" smtClean="0"/>
              <a:t> </a:t>
            </a:r>
            <a:r>
              <a:rPr lang="en-US" sz="1600" dirty="0" err="1" smtClean="0"/>
              <a:t>কেন্দ্রিক</a:t>
            </a:r>
            <a:r>
              <a:rPr lang="en-US" sz="1600" dirty="0" smtClean="0"/>
              <a:t> </a:t>
            </a:r>
            <a:r>
              <a:rPr lang="en-US" sz="1600" dirty="0" err="1" smtClean="0"/>
              <a:t>পুরোপুরি</a:t>
            </a:r>
            <a:r>
              <a:rPr lang="en-US" sz="1600" dirty="0" smtClean="0"/>
              <a:t>।</a:t>
            </a:r>
          </a:p>
          <a:p>
            <a:r>
              <a:rPr lang="en-US" sz="1600" dirty="0" err="1" smtClean="0"/>
              <a:t>প্রশ্নে</a:t>
            </a:r>
            <a:r>
              <a:rPr lang="en-US" sz="1600" dirty="0" smtClean="0"/>
              <a:t> </a:t>
            </a:r>
            <a:r>
              <a:rPr lang="en-US" sz="1600" dirty="0" err="1" smtClean="0"/>
              <a:t>বৈচিত্র্য</a:t>
            </a:r>
            <a:r>
              <a:rPr lang="en-US" sz="1600" dirty="0" smtClean="0"/>
              <a:t> </a:t>
            </a:r>
            <a:r>
              <a:rPr lang="en-US" sz="1600" dirty="0" err="1" smtClean="0"/>
              <a:t>থাকলে</a:t>
            </a:r>
            <a:r>
              <a:rPr lang="en-US" sz="1600" dirty="0" smtClean="0"/>
              <a:t> </a:t>
            </a:r>
            <a:r>
              <a:rPr lang="en-US" sz="1600" dirty="0" err="1" smtClean="0"/>
              <a:t>টিকে</a:t>
            </a:r>
            <a:r>
              <a:rPr lang="en-US" sz="1600" dirty="0" smtClean="0"/>
              <a:t> </a:t>
            </a:r>
            <a:r>
              <a:rPr lang="en-US" sz="1600" dirty="0" err="1" smtClean="0"/>
              <a:t>থাকা</a:t>
            </a:r>
            <a:r>
              <a:rPr lang="en-US" sz="1600" dirty="0" smtClean="0"/>
              <a:t> </a:t>
            </a:r>
            <a:r>
              <a:rPr lang="en-US" sz="1600" dirty="0" err="1" smtClean="0"/>
              <a:t>সহজ</a:t>
            </a:r>
            <a:r>
              <a:rPr lang="en-US" sz="1600" dirty="0" smtClean="0"/>
              <a:t> </a:t>
            </a:r>
            <a:r>
              <a:rPr lang="en-US" sz="1600" dirty="0" err="1" smtClean="0"/>
              <a:t>হবে</a:t>
            </a:r>
            <a:r>
              <a:rPr lang="en-US" sz="1600" dirty="0" smtClean="0"/>
              <a:t> </a:t>
            </a:r>
            <a:r>
              <a:rPr lang="en-US" sz="1600" dirty="0" err="1" smtClean="0"/>
              <a:t>যদি</a:t>
            </a:r>
            <a:r>
              <a:rPr lang="en-US" sz="1600" dirty="0" smtClean="0"/>
              <a:t> </a:t>
            </a:r>
            <a:r>
              <a:rPr lang="en-US" sz="1600" dirty="0" err="1" smtClean="0"/>
              <a:t>বেসিক</a:t>
            </a:r>
            <a:r>
              <a:rPr lang="en-US" sz="1600" dirty="0" smtClean="0"/>
              <a:t> </a:t>
            </a:r>
            <a:r>
              <a:rPr lang="en-US" sz="1600" dirty="0" err="1" smtClean="0"/>
              <a:t>শক্ত</a:t>
            </a:r>
            <a:r>
              <a:rPr lang="en-US" sz="1600" dirty="0" smtClean="0"/>
              <a:t> </a:t>
            </a:r>
            <a:r>
              <a:rPr lang="en-US" sz="1600" dirty="0" err="1" smtClean="0"/>
              <a:t>থাকে</a:t>
            </a:r>
            <a:r>
              <a:rPr lang="en-US" sz="1600" dirty="0" smtClean="0"/>
              <a:t>।</a:t>
            </a:r>
          </a:p>
          <a:p>
            <a:r>
              <a:rPr lang="en-US" sz="1600" dirty="0" err="1" smtClean="0"/>
              <a:t>সন্দেহ</a:t>
            </a:r>
            <a:r>
              <a:rPr lang="en-US" sz="1600" dirty="0" smtClean="0"/>
              <a:t> </a:t>
            </a:r>
            <a:r>
              <a:rPr lang="en-US" sz="1600" dirty="0" err="1" smtClean="0"/>
              <a:t>করা</a:t>
            </a:r>
            <a:r>
              <a:rPr lang="en-US" sz="1600" dirty="0" smtClean="0"/>
              <a:t> </a:t>
            </a:r>
            <a:r>
              <a:rPr lang="en-US" sz="1600" dirty="0" err="1" smtClean="0"/>
              <a:t>যায়</a:t>
            </a:r>
            <a:r>
              <a:rPr lang="en-US" sz="1600" dirty="0" smtClean="0"/>
              <a:t> </a:t>
            </a:r>
            <a:r>
              <a:rPr lang="en-US" sz="1600" dirty="0" err="1" smtClean="0"/>
              <a:t>এইবার</a:t>
            </a:r>
            <a:r>
              <a:rPr lang="en-US" sz="1600" dirty="0" smtClean="0"/>
              <a:t> </a:t>
            </a:r>
            <a:r>
              <a:rPr lang="en-US" sz="1600" dirty="0" err="1" smtClean="0"/>
              <a:t>প্রশ্নে</a:t>
            </a:r>
            <a:r>
              <a:rPr lang="en-US" sz="1600" dirty="0" smtClean="0"/>
              <a:t> </a:t>
            </a:r>
            <a:r>
              <a:rPr lang="en-US" sz="1600" dirty="0" err="1" smtClean="0"/>
              <a:t>বেসিক</a:t>
            </a:r>
            <a:r>
              <a:rPr lang="en-US" sz="1600" dirty="0" smtClean="0"/>
              <a:t> </a:t>
            </a:r>
            <a:r>
              <a:rPr lang="en-US" sz="1600" dirty="0" err="1" smtClean="0"/>
              <a:t>যাচাইয়ের</a:t>
            </a:r>
            <a:r>
              <a:rPr lang="en-US" sz="1600" dirty="0" smtClean="0"/>
              <a:t> </a:t>
            </a:r>
            <a:r>
              <a:rPr lang="en-US" sz="1600" dirty="0" err="1" smtClean="0"/>
              <a:t>হার</a:t>
            </a:r>
            <a:r>
              <a:rPr lang="en-US" sz="1600" dirty="0" smtClean="0"/>
              <a:t> </a:t>
            </a:r>
            <a:r>
              <a:rPr lang="en-US" sz="1600" dirty="0" err="1" smtClean="0"/>
              <a:t>বেশি</a:t>
            </a:r>
            <a:r>
              <a:rPr lang="en-US" sz="1600" dirty="0" smtClean="0"/>
              <a:t> </a:t>
            </a:r>
            <a:r>
              <a:rPr lang="en-US" sz="1600" dirty="0" err="1" smtClean="0"/>
              <a:t>হবে</a:t>
            </a:r>
            <a:r>
              <a:rPr lang="en-US" sz="1600" dirty="0" smtClean="0"/>
              <a:t>, </a:t>
            </a:r>
            <a:r>
              <a:rPr lang="en-US" sz="1600" dirty="0" err="1" smtClean="0"/>
              <a:t>তাই</a:t>
            </a:r>
            <a:r>
              <a:rPr lang="en-US" sz="1600" dirty="0" smtClean="0"/>
              <a:t> </a:t>
            </a:r>
            <a:r>
              <a:rPr lang="en-US" sz="1600" dirty="0" err="1" smtClean="0"/>
              <a:t>টেস্ট</a:t>
            </a:r>
            <a:r>
              <a:rPr lang="en-US" sz="1600" dirty="0" smtClean="0"/>
              <a:t> </a:t>
            </a:r>
            <a:r>
              <a:rPr lang="en-US" sz="1600" dirty="0" err="1" smtClean="0"/>
              <a:t>পেপার</a:t>
            </a:r>
            <a:r>
              <a:rPr lang="en-US" sz="1600" dirty="0" smtClean="0"/>
              <a:t> </a:t>
            </a:r>
            <a:r>
              <a:rPr lang="en-US" sz="1600" dirty="0" err="1" smtClean="0"/>
              <a:t>সলভ</a:t>
            </a:r>
            <a:r>
              <a:rPr lang="en-US" sz="1600" dirty="0" smtClean="0"/>
              <a:t> </a:t>
            </a:r>
            <a:r>
              <a:rPr lang="en-US" sz="1600" dirty="0" err="1" smtClean="0"/>
              <a:t>এর</a:t>
            </a:r>
            <a:r>
              <a:rPr lang="en-US" sz="1600" dirty="0" smtClean="0"/>
              <a:t> </a:t>
            </a:r>
            <a:r>
              <a:rPr lang="en-US" sz="1600" dirty="0" err="1" smtClean="0"/>
              <a:t>ফলাফল</a:t>
            </a:r>
            <a:r>
              <a:rPr lang="en-US" sz="1600" dirty="0" smtClean="0"/>
              <a:t> </a:t>
            </a:r>
            <a:r>
              <a:rPr lang="en-US" sz="1600" dirty="0" err="1" smtClean="0"/>
              <a:t>আগের</a:t>
            </a:r>
            <a:r>
              <a:rPr lang="en-US" sz="1600" dirty="0" smtClean="0"/>
              <a:t> </a:t>
            </a:r>
            <a:r>
              <a:rPr lang="en-US" sz="1600" dirty="0" err="1" smtClean="0"/>
              <a:t>মতো</a:t>
            </a:r>
            <a:r>
              <a:rPr lang="en-US" sz="1600" dirty="0" smtClean="0"/>
              <a:t> </a:t>
            </a:r>
            <a:r>
              <a:rPr lang="en-US" sz="1600" dirty="0" err="1" smtClean="0"/>
              <a:t>অধিক</a:t>
            </a:r>
            <a:r>
              <a:rPr lang="en-US" sz="1600" dirty="0" smtClean="0"/>
              <a:t> </a:t>
            </a:r>
            <a:r>
              <a:rPr lang="en-US" sz="1600" dirty="0" err="1" smtClean="0"/>
              <a:t>হবেনা</a:t>
            </a:r>
            <a:r>
              <a:rPr lang="en-US" sz="1600" dirty="0" smtClean="0"/>
              <a:t>।</a:t>
            </a:r>
          </a:p>
          <a:p>
            <a:r>
              <a:rPr lang="en-US" sz="1600" dirty="0" err="1" smtClean="0"/>
              <a:t>সর্বোপরি</a:t>
            </a:r>
            <a:r>
              <a:rPr lang="en-US" sz="1600" dirty="0" smtClean="0"/>
              <a:t> </a:t>
            </a:r>
            <a:r>
              <a:rPr lang="en-US" sz="1600" dirty="0" err="1" smtClean="0"/>
              <a:t>টেস্ট</a:t>
            </a:r>
            <a:r>
              <a:rPr lang="en-US" sz="1600" dirty="0" smtClean="0"/>
              <a:t> </a:t>
            </a:r>
            <a:r>
              <a:rPr lang="en-US" sz="1600" dirty="0" err="1" smtClean="0"/>
              <a:t>পেপারে</a:t>
            </a:r>
            <a:r>
              <a:rPr lang="en-US" sz="1600" dirty="0" smtClean="0"/>
              <a:t> </a:t>
            </a:r>
            <a:r>
              <a:rPr lang="en-US" sz="1600" dirty="0" err="1" smtClean="0"/>
              <a:t>বেশি</a:t>
            </a:r>
            <a:r>
              <a:rPr lang="en-US" sz="1600" dirty="0" smtClean="0"/>
              <a:t> </a:t>
            </a:r>
            <a:r>
              <a:rPr lang="en-US" sz="1600" dirty="0" err="1" smtClean="0"/>
              <a:t>জোর</a:t>
            </a:r>
            <a:r>
              <a:rPr lang="en-US" sz="1600" dirty="0" smtClean="0"/>
              <a:t> </a:t>
            </a:r>
            <a:r>
              <a:rPr lang="en-US" sz="1600" dirty="0" err="1" smtClean="0"/>
              <a:t>দেয়া</a:t>
            </a:r>
            <a:r>
              <a:rPr lang="en-US" sz="1600" dirty="0" smtClean="0"/>
              <a:t> </a:t>
            </a:r>
            <a:r>
              <a:rPr lang="en-US" sz="1600" dirty="0" err="1" smtClean="0"/>
              <a:t>লাগবে</a:t>
            </a:r>
            <a:r>
              <a:rPr lang="en-US" sz="1600" dirty="0" smtClean="0"/>
              <a:t>।</a:t>
            </a:r>
            <a:endParaRPr lang="en-US" sz="1600" dirty="0"/>
          </a:p>
        </p:txBody>
      </p:sp>
      <p:sp>
        <p:nvSpPr>
          <p:cNvPr id="7" name="TextBox 6"/>
          <p:cNvSpPr txBox="1"/>
          <p:nvPr/>
        </p:nvSpPr>
        <p:spPr>
          <a:xfrm>
            <a:off x="381000" y="5867400"/>
            <a:ext cx="8534400" cy="369332"/>
          </a:xfrm>
          <a:prstGeom prst="rect">
            <a:avLst/>
          </a:prstGeom>
          <a:noFill/>
        </p:spPr>
        <p:txBody>
          <a:bodyPr wrap="square" rtlCol="0">
            <a:spAutoFit/>
          </a:bodyPr>
          <a:lstStyle/>
          <a:p>
            <a:pPr algn="ctr"/>
            <a:r>
              <a:rPr lang="en-US" dirty="0" err="1" smtClean="0"/>
              <a:t>এটা</a:t>
            </a:r>
            <a:r>
              <a:rPr lang="en-US" dirty="0" smtClean="0"/>
              <a:t> </a:t>
            </a:r>
            <a:r>
              <a:rPr lang="en-US" dirty="0" err="1" smtClean="0"/>
              <a:t>বোর্ড</a:t>
            </a:r>
            <a:r>
              <a:rPr lang="en-US" dirty="0" smtClean="0"/>
              <a:t> </a:t>
            </a:r>
            <a:r>
              <a:rPr lang="en-US" dirty="0" err="1" smtClean="0"/>
              <a:t>পরীক্ষা</a:t>
            </a:r>
            <a:r>
              <a:rPr lang="en-US" dirty="0" smtClean="0"/>
              <a:t>। </a:t>
            </a:r>
            <a:r>
              <a:rPr lang="en-US" dirty="0" err="1" smtClean="0"/>
              <a:t>বোর্ডের</a:t>
            </a:r>
            <a:r>
              <a:rPr lang="en-US" dirty="0" smtClean="0"/>
              <a:t> </a:t>
            </a:r>
            <a:r>
              <a:rPr lang="en-US" dirty="0" err="1" smtClean="0"/>
              <a:t>প্রস্তুতি</a:t>
            </a:r>
            <a:r>
              <a:rPr lang="en-US" dirty="0" smtClean="0"/>
              <a:t> </a:t>
            </a:r>
            <a:r>
              <a:rPr lang="en-US" dirty="0" err="1" smtClean="0"/>
              <a:t>আলাদা</a:t>
            </a:r>
            <a:r>
              <a:rPr lang="en-US" dirty="0" smtClean="0"/>
              <a:t>।</a:t>
            </a:r>
            <a:endParaRPr lang="en-US" dirty="0" smtClean="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29200"/>
            <a:ext cx="8229600" cy="762000"/>
          </a:xfrm>
        </p:spPr>
        <p:txBody>
          <a:bodyPr>
            <a:normAutofit fontScale="90000"/>
          </a:bodyPr>
          <a:lstStyle/>
          <a:p>
            <a:r>
              <a:rPr lang="en-US" dirty="0" err="1" smtClean="0"/>
              <a:t>্নিজে</a:t>
            </a:r>
            <a:r>
              <a:rPr lang="en-US" dirty="0" smtClean="0"/>
              <a:t> </a:t>
            </a:r>
            <a:r>
              <a:rPr lang="en-US" dirty="0" err="1" smtClean="0"/>
              <a:t>পড়া-ব্যাচ-কোচিং</a:t>
            </a:r>
            <a:endParaRPr lang="en-US" dirty="0"/>
          </a:p>
        </p:txBody>
      </p:sp>
      <p:sp>
        <p:nvSpPr>
          <p:cNvPr id="3" name="Text Placeholder 2"/>
          <p:cNvSpPr>
            <a:spLocks noGrp="1"/>
          </p:cNvSpPr>
          <p:nvPr>
            <p:ph type="body" idx="1"/>
          </p:nvPr>
        </p:nvSpPr>
        <p:spPr>
          <a:xfrm>
            <a:off x="457200" y="304800"/>
            <a:ext cx="4023360" cy="640080"/>
          </a:xfrm>
        </p:spPr>
        <p:txBody>
          <a:bodyPr/>
          <a:lstStyle/>
          <a:p>
            <a:pPr algn="ctr"/>
            <a:r>
              <a:rPr lang="en-US" dirty="0" err="1" smtClean="0"/>
              <a:t>নিজে</a:t>
            </a:r>
            <a:r>
              <a:rPr lang="en-US" dirty="0" smtClean="0"/>
              <a:t> </a:t>
            </a:r>
            <a:r>
              <a:rPr lang="en-US" dirty="0" err="1" smtClean="0"/>
              <a:t>পড়া</a:t>
            </a:r>
            <a:endParaRPr lang="en-US" dirty="0"/>
          </a:p>
        </p:txBody>
      </p:sp>
      <p:sp>
        <p:nvSpPr>
          <p:cNvPr id="4" name="Text Placeholder 3"/>
          <p:cNvSpPr>
            <a:spLocks noGrp="1"/>
          </p:cNvSpPr>
          <p:nvPr>
            <p:ph type="body" sz="half" idx="3"/>
          </p:nvPr>
        </p:nvSpPr>
        <p:spPr/>
        <p:txBody>
          <a:bodyPr/>
          <a:lstStyle/>
          <a:p>
            <a:pPr algn="ctr"/>
            <a:r>
              <a:rPr lang="en-US" dirty="0" err="1" smtClean="0"/>
              <a:t>ব্যাচ</a:t>
            </a:r>
            <a:r>
              <a:rPr lang="en-US" dirty="0" smtClean="0"/>
              <a:t> - </a:t>
            </a:r>
            <a:r>
              <a:rPr lang="en-US" dirty="0" err="1" smtClean="0"/>
              <a:t>স্যার</a:t>
            </a:r>
            <a:endParaRPr lang="en-US" dirty="0"/>
          </a:p>
        </p:txBody>
      </p:sp>
      <p:sp>
        <p:nvSpPr>
          <p:cNvPr id="5" name="Content Placeholder 4"/>
          <p:cNvSpPr>
            <a:spLocks noGrp="1"/>
          </p:cNvSpPr>
          <p:nvPr>
            <p:ph sz="quarter" idx="2"/>
          </p:nvPr>
        </p:nvSpPr>
        <p:spPr/>
        <p:txBody>
          <a:bodyPr/>
          <a:lstStyle/>
          <a:p>
            <a:r>
              <a:rPr lang="en-US" sz="1600" dirty="0" err="1" smtClean="0"/>
              <a:t>পরীক্ষার</a:t>
            </a:r>
            <a:r>
              <a:rPr lang="en-US" sz="1600" dirty="0" smtClean="0"/>
              <a:t> </a:t>
            </a:r>
            <a:r>
              <a:rPr lang="en-US" sz="1600" dirty="0" err="1" smtClean="0"/>
              <a:t>হলে</a:t>
            </a:r>
            <a:r>
              <a:rPr lang="en-US" sz="1600" dirty="0" smtClean="0"/>
              <a:t> </a:t>
            </a:r>
            <a:r>
              <a:rPr lang="en-US" sz="1600" dirty="0" err="1" smtClean="0"/>
              <a:t>যে</a:t>
            </a:r>
            <a:r>
              <a:rPr lang="en-US" sz="1600" dirty="0" smtClean="0"/>
              <a:t> </a:t>
            </a:r>
            <a:r>
              <a:rPr lang="en-US" sz="1600" dirty="0" err="1" smtClean="0"/>
              <a:t>প্রেশারে</a:t>
            </a:r>
            <a:r>
              <a:rPr lang="en-US" sz="1600" dirty="0" smtClean="0"/>
              <a:t> </a:t>
            </a:r>
            <a:r>
              <a:rPr lang="en-US" sz="1600" dirty="0" err="1" smtClean="0"/>
              <a:t>মাথা</a:t>
            </a:r>
            <a:r>
              <a:rPr lang="en-US" sz="1600" dirty="0" smtClean="0"/>
              <a:t> </a:t>
            </a:r>
            <a:r>
              <a:rPr lang="en-US" sz="1600" dirty="0" err="1" smtClean="0"/>
              <a:t>খাটাতে</a:t>
            </a:r>
            <a:r>
              <a:rPr lang="en-US" sz="1600" dirty="0" smtClean="0"/>
              <a:t> </a:t>
            </a:r>
            <a:r>
              <a:rPr lang="en-US" sz="1600" dirty="0" err="1" smtClean="0"/>
              <a:t>হয়</a:t>
            </a:r>
            <a:r>
              <a:rPr lang="en-US" sz="1600" dirty="0" smtClean="0"/>
              <a:t> </a:t>
            </a:r>
            <a:r>
              <a:rPr lang="en-US" sz="1600" dirty="0" err="1" smtClean="0"/>
              <a:t>সেই</a:t>
            </a:r>
            <a:r>
              <a:rPr lang="en-US" sz="1600" dirty="0" smtClean="0"/>
              <a:t> </a:t>
            </a:r>
            <a:r>
              <a:rPr lang="en-US" sz="1600" dirty="0" err="1" smtClean="0"/>
              <a:t>প্রে.শারে</a:t>
            </a:r>
            <a:r>
              <a:rPr lang="en-US" sz="1600" dirty="0" smtClean="0"/>
              <a:t> </a:t>
            </a:r>
            <a:r>
              <a:rPr lang="en-US" sz="1600" dirty="0" err="1" smtClean="0"/>
              <a:t>নিজেকে</a:t>
            </a:r>
            <a:r>
              <a:rPr lang="en-US" sz="1600" dirty="0" smtClean="0"/>
              <a:t> </a:t>
            </a:r>
            <a:r>
              <a:rPr lang="en-US" sz="1600" dirty="0" err="1" smtClean="0"/>
              <a:t>ঘন্টার</a:t>
            </a:r>
            <a:r>
              <a:rPr lang="en-US" sz="1600" dirty="0" smtClean="0"/>
              <a:t> </a:t>
            </a:r>
            <a:r>
              <a:rPr lang="en-US" sz="1600" dirty="0" err="1" smtClean="0"/>
              <a:t>পর</a:t>
            </a:r>
            <a:r>
              <a:rPr lang="en-US" sz="1600" dirty="0" smtClean="0"/>
              <a:t> </a:t>
            </a:r>
            <a:r>
              <a:rPr lang="en-US" sz="1600" dirty="0" err="1" smtClean="0"/>
              <a:t>ঘন্টা</a:t>
            </a:r>
            <a:r>
              <a:rPr lang="en-US" sz="1600" dirty="0" smtClean="0"/>
              <a:t> </a:t>
            </a:r>
            <a:r>
              <a:rPr lang="en-US" sz="1600" dirty="0" err="1" smtClean="0"/>
              <a:t>রেখে</a:t>
            </a:r>
            <a:r>
              <a:rPr lang="en-US" sz="1600" dirty="0" smtClean="0"/>
              <a:t> </a:t>
            </a:r>
            <a:r>
              <a:rPr lang="en-US" sz="1600" dirty="0" err="1" smtClean="0"/>
              <a:t>যাচাই</a:t>
            </a:r>
            <a:r>
              <a:rPr lang="en-US" sz="1600" dirty="0" smtClean="0"/>
              <a:t> </a:t>
            </a:r>
            <a:r>
              <a:rPr lang="en-US" sz="1600" dirty="0" err="1" smtClean="0"/>
              <a:t>করতে</a:t>
            </a:r>
            <a:r>
              <a:rPr lang="en-US" sz="1600" dirty="0" smtClean="0"/>
              <a:t> </a:t>
            </a:r>
            <a:r>
              <a:rPr lang="en-US" sz="1600" dirty="0" err="1" smtClean="0"/>
              <a:t>হবে</a:t>
            </a:r>
            <a:r>
              <a:rPr lang="en-US" sz="1600" dirty="0" smtClean="0"/>
              <a:t>। </a:t>
            </a:r>
            <a:r>
              <a:rPr lang="en-US" sz="1600" dirty="0" err="1" smtClean="0"/>
              <a:t>অভ্যস্ত</a:t>
            </a:r>
            <a:r>
              <a:rPr lang="en-US" sz="1600" dirty="0" smtClean="0"/>
              <a:t> </a:t>
            </a:r>
            <a:r>
              <a:rPr lang="en-US" sz="1600" dirty="0" err="1" smtClean="0"/>
              <a:t>হতে</a:t>
            </a:r>
            <a:r>
              <a:rPr lang="en-US" sz="1600" dirty="0" smtClean="0"/>
              <a:t> </a:t>
            </a:r>
            <a:r>
              <a:rPr lang="en-US" sz="1600" dirty="0" err="1" smtClean="0"/>
              <a:t>হবে</a:t>
            </a:r>
            <a:r>
              <a:rPr lang="en-US" sz="1600" dirty="0" smtClean="0"/>
              <a:t>। </a:t>
            </a:r>
            <a:r>
              <a:rPr lang="en-US" sz="1600" dirty="0" err="1" smtClean="0"/>
              <a:t>কারণ</a:t>
            </a:r>
            <a:r>
              <a:rPr lang="en-US" sz="1600" dirty="0" smtClean="0"/>
              <a:t> </a:t>
            </a:r>
            <a:r>
              <a:rPr lang="en-US" sz="1600" dirty="0" err="1" smtClean="0"/>
              <a:t>পরীক্ষার</a:t>
            </a:r>
            <a:r>
              <a:rPr lang="en-US" sz="1600" dirty="0" smtClean="0"/>
              <a:t> </a:t>
            </a:r>
            <a:r>
              <a:rPr lang="en-US" sz="1600" dirty="0" err="1" smtClean="0"/>
              <a:t>খাতায়</a:t>
            </a:r>
            <a:r>
              <a:rPr lang="en-US" sz="1600" dirty="0" smtClean="0"/>
              <a:t> </a:t>
            </a:r>
            <a:r>
              <a:rPr lang="en-US" sz="1600" dirty="0" err="1" smtClean="0"/>
              <a:t>ভালো</a:t>
            </a:r>
            <a:r>
              <a:rPr lang="en-US" sz="1600" dirty="0" smtClean="0"/>
              <a:t> </a:t>
            </a:r>
            <a:r>
              <a:rPr lang="en-US" sz="1600" dirty="0" err="1" smtClean="0"/>
              <a:t>দাগ</a:t>
            </a:r>
            <a:r>
              <a:rPr lang="en-US" sz="1600" dirty="0" smtClean="0"/>
              <a:t> </a:t>
            </a:r>
            <a:r>
              <a:rPr lang="en-US" sz="1600" dirty="0" err="1" smtClean="0"/>
              <a:t>রেখে</a:t>
            </a:r>
            <a:r>
              <a:rPr lang="en-US" sz="1600" dirty="0" smtClean="0"/>
              <a:t> </a:t>
            </a:r>
            <a:r>
              <a:rPr lang="en-US" sz="1600" dirty="0" err="1" smtClean="0"/>
              <a:t>আসতে</a:t>
            </a:r>
            <a:r>
              <a:rPr lang="en-US" sz="1600" dirty="0" smtClean="0"/>
              <a:t> </a:t>
            </a:r>
            <a:r>
              <a:rPr lang="en-US" sz="1600" dirty="0" err="1" smtClean="0"/>
              <a:t>হলে</a:t>
            </a:r>
            <a:r>
              <a:rPr lang="en-US" sz="1600" dirty="0" smtClean="0"/>
              <a:t> </a:t>
            </a:r>
            <a:r>
              <a:rPr lang="en-US" sz="1600" dirty="0" err="1" smtClean="0"/>
              <a:t>পরীক্ষার</a:t>
            </a:r>
            <a:r>
              <a:rPr lang="en-US" sz="1600" dirty="0" smtClean="0"/>
              <a:t> </a:t>
            </a:r>
            <a:r>
              <a:rPr lang="en-US" sz="1600" dirty="0" err="1" smtClean="0"/>
              <a:t>হলের</a:t>
            </a:r>
            <a:r>
              <a:rPr lang="en-US" sz="1600" dirty="0" smtClean="0"/>
              <a:t> </a:t>
            </a:r>
            <a:r>
              <a:rPr lang="en-US" sz="1600" dirty="0" err="1" smtClean="0"/>
              <a:t>পরিস্থিতিতেই</a:t>
            </a:r>
            <a:r>
              <a:rPr lang="en-US" sz="1600" dirty="0" smtClean="0"/>
              <a:t> </a:t>
            </a:r>
            <a:r>
              <a:rPr lang="en-US" sz="1600" dirty="0" err="1" smtClean="0"/>
              <a:t>অভ্যস্ত</a:t>
            </a:r>
            <a:r>
              <a:rPr lang="en-US" sz="1600" dirty="0" smtClean="0"/>
              <a:t> </a:t>
            </a:r>
            <a:r>
              <a:rPr lang="en-US" sz="1600" dirty="0" err="1" smtClean="0"/>
              <a:t>হতে</a:t>
            </a:r>
            <a:r>
              <a:rPr lang="en-US" sz="1600" dirty="0" smtClean="0"/>
              <a:t> </a:t>
            </a:r>
            <a:r>
              <a:rPr lang="en-US" sz="1600" dirty="0" err="1" smtClean="0"/>
              <a:t>হবে</a:t>
            </a:r>
            <a:r>
              <a:rPr lang="en-US" sz="1600" dirty="0" smtClean="0"/>
              <a:t>, </a:t>
            </a:r>
            <a:r>
              <a:rPr lang="en-US" sz="1600" dirty="0" err="1" smtClean="0"/>
              <a:t>বাসার</a:t>
            </a:r>
            <a:r>
              <a:rPr lang="en-US" sz="1600" dirty="0" smtClean="0"/>
              <a:t> </a:t>
            </a:r>
            <a:r>
              <a:rPr lang="en-US" sz="1600" dirty="0" err="1" smtClean="0"/>
              <a:t>পরিস্থিতিতে</a:t>
            </a:r>
            <a:r>
              <a:rPr lang="en-US" sz="1600" dirty="0" smtClean="0"/>
              <a:t> </a:t>
            </a:r>
            <a:r>
              <a:rPr lang="en-US" sz="1600" dirty="0" err="1" smtClean="0"/>
              <a:t>না</a:t>
            </a:r>
            <a:r>
              <a:rPr lang="en-US" sz="1600" dirty="0" smtClean="0"/>
              <a:t>।</a:t>
            </a:r>
          </a:p>
        </p:txBody>
      </p:sp>
      <p:sp>
        <p:nvSpPr>
          <p:cNvPr id="6" name="Content Placeholder 5"/>
          <p:cNvSpPr>
            <a:spLocks noGrp="1"/>
          </p:cNvSpPr>
          <p:nvPr>
            <p:ph sz="quarter" idx="4"/>
          </p:nvPr>
        </p:nvSpPr>
        <p:spPr/>
        <p:txBody>
          <a:bodyPr>
            <a:normAutofit/>
          </a:bodyPr>
          <a:lstStyle/>
          <a:p>
            <a:r>
              <a:rPr lang="en-US" sz="1600" dirty="0" err="1" smtClean="0"/>
              <a:t>ব্যাচ</a:t>
            </a:r>
            <a:r>
              <a:rPr lang="en-US" sz="1600" dirty="0" smtClean="0"/>
              <a:t> </a:t>
            </a:r>
            <a:r>
              <a:rPr lang="en-US" sz="1600" dirty="0" err="1" smtClean="0"/>
              <a:t>করার</a:t>
            </a:r>
            <a:r>
              <a:rPr lang="en-US" sz="1600" dirty="0" smtClean="0"/>
              <a:t> </a:t>
            </a:r>
            <a:r>
              <a:rPr lang="en-US" sz="1600" dirty="0" err="1" smtClean="0"/>
              <a:t>একমাত্র</a:t>
            </a:r>
            <a:r>
              <a:rPr lang="en-US" sz="1600" dirty="0" smtClean="0"/>
              <a:t> </a:t>
            </a:r>
            <a:r>
              <a:rPr lang="en-US" sz="1600" dirty="0" err="1" smtClean="0"/>
              <a:t>উদ্দেশ্য</a:t>
            </a:r>
            <a:r>
              <a:rPr lang="en-US" sz="1600" dirty="0" smtClean="0"/>
              <a:t> </a:t>
            </a:r>
            <a:r>
              <a:rPr lang="en-US" sz="1600" dirty="0" err="1" smtClean="0"/>
              <a:t>হওয়া</a:t>
            </a:r>
            <a:r>
              <a:rPr lang="en-US" sz="1600" dirty="0" smtClean="0"/>
              <a:t> </a:t>
            </a:r>
            <a:r>
              <a:rPr lang="en-US" sz="1600" dirty="0" err="1" smtClean="0"/>
              <a:t>দরকার</a:t>
            </a:r>
            <a:r>
              <a:rPr lang="en-US" sz="1600" dirty="0" smtClean="0"/>
              <a:t> </a:t>
            </a:r>
            <a:r>
              <a:rPr lang="en-US" sz="1600" dirty="0" err="1" smtClean="0"/>
              <a:t>সমস্যা</a:t>
            </a:r>
            <a:r>
              <a:rPr lang="en-US" sz="1600" dirty="0" smtClean="0"/>
              <a:t> </a:t>
            </a:r>
            <a:r>
              <a:rPr lang="en-US" sz="1600" dirty="0" err="1" smtClean="0"/>
              <a:t>সমাধান</a:t>
            </a:r>
            <a:r>
              <a:rPr lang="en-US" sz="1600" dirty="0" smtClean="0"/>
              <a:t> </a:t>
            </a:r>
            <a:r>
              <a:rPr lang="en-US" sz="1600" dirty="0" err="1" smtClean="0"/>
              <a:t>করা</a:t>
            </a:r>
            <a:r>
              <a:rPr lang="en-US" sz="1600" dirty="0" smtClean="0"/>
              <a:t> </a:t>
            </a:r>
            <a:r>
              <a:rPr lang="en-US" sz="1600" dirty="0" err="1" smtClean="0"/>
              <a:t>আর</a:t>
            </a:r>
            <a:r>
              <a:rPr lang="en-US" sz="1600" dirty="0" smtClean="0"/>
              <a:t> </a:t>
            </a:r>
            <a:r>
              <a:rPr lang="en-US" sz="1600" dirty="0" err="1" smtClean="0"/>
              <a:t>পরীক্ষা</a:t>
            </a:r>
            <a:r>
              <a:rPr lang="en-US" sz="1600" dirty="0" smtClean="0"/>
              <a:t> </a:t>
            </a:r>
            <a:r>
              <a:rPr lang="en-US" sz="1600" dirty="0" err="1" smtClean="0"/>
              <a:t>দেয়া</a:t>
            </a:r>
            <a:r>
              <a:rPr lang="en-US" sz="1600" dirty="0" smtClean="0"/>
              <a:t>, </a:t>
            </a:r>
            <a:r>
              <a:rPr lang="en-US" sz="1600" dirty="0" err="1" smtClean="0"/>
              <a:t>বেসিক</a:t>
            </a:r>
            <a:r>
              <a:rPr lang="en-US" sz="1600" dirty="0" smtClean="0"/>
              <a:t> </a:t>
            </a:r>
            <a:r>
              <a:rPr lang="en-US" sz="1600" dirty="0" err="1" smtClean="0"/>
              <a:t>ঠিক</a:t>
            </a:r>
            <a:r>
              <a:rPr lang="en-US" sz="1600" dirty="0" smtClean="0"/>
              <a:t> </a:t>
            </a:r>
            <a:r>
              <a:rPr lang="en-US" sz="1600" dirty="0" err="1" smtClean="0"/>
              <a:t>করানোর</a:t>
            </a:r>
            <a:r>
              <a:rPr lang="en-US" sz="1600" dirty="0" smtClean="0"/>
              <a:t> </a:t>
            </a:r>
            <a:r>
              <a:rPr lang="en-US" sz="1600" dirty="0" err="1" smtClean="0"/>
              <a:t>সময়</a:t>
            </a:r>
            <a:r>
              <a:rPr lang="en-US" sz="1600" dirty="0" smtClean="0"/>
              <a:t> </a:t>
            </a:r>
            <a:r>
              <a:rPr lang="en-US" sz="1600" dirty="0" err="1" smtClean="0"/>
              <a:t>নেই</a:t>
            </a:r>
            <a:r>
              <a:rPr lang="en-US" sz="1600" dirty="0" smtClean="0"/>
              <a:t> </a:t>
            </a:r>
            <a:r>
              <a:rPr lang="en-US" sz="1600" dirty="0" err="1" smtClean="0"/>
              <a:t>এখন</a:t>
            </a:r>
            <a:r>
              <a:rPr lang="en-US" sz="1600" dirty="0" smtClean="0"/>
              <a:t>। </a:t>
            </a:r>
            <a:r>
              <a:rPr lang="en-US" sz="1600" dirty="0" err="1" smtClean="0"/>
              <a:t>ফাইনাল</a:t>
            </a:r>
            <a:r>
              <a:rPr lang="en-US" sz="1600" dirty="0" smtClean="0"/>
              <a:t> </a:t>
            </a:r>
            <a:r>
              <a:rPr lang="en-US" sz="1600" dirty="0" err="1" smtClean="0"/>
              <a:t>প্রোগ্রাম</a:t>
            </a:r>
            <a:r>
              <a:rPr lang="en-US" sz="1600" dirty="0" smtClean="0"/>
              <a:t> </a:t>
            </a:r>
            <a:r>
              <a:rPr lang="en-US" sz="1600" dirty="0" err="1" smtClean="0"/>
              <a:t>একমাত্র</a:t>
            </a:r>
            <a:r>
              <a:rPr lang="en-US" sz="1600" dirty="0" smtClean="0"/>
              <a:t> </a:t>
            </a:r>
            <a:r>
              <a:rPr lang="en-US" sz="1600" dirty="0" err="1" smtClean="0"/>
              <a:t>সমস্যাপূর্ণ</a:t>
            </a:r>
            <a:r>
              <a:rPr lang="en-US" sz="1600" dirty="0" smtClean="0"/>
              <a:t> </a:t>
            </a:r>
            <a:r>
              <a:rPr lang="en-US" sz="1600" dirty="0" err="1" smtClean="0"/>
              <a:t>সাবজেক্টে</a:t>
            </a:r>
            <a:r>
              <a:rPr lang="en-US" sz="1600" dirty="0" smtClean="0"/>
              <a:t> </a:t>
            </a:r>
            <a:r>
              <a:rPr lang="en-US" sz="1600" dirty="0" err="1" smtClean="0"/>
              <a:t>করাটাই</a:t>
            </a:r>
            <a:r>
              <a:rPr lang="en-US" sz="1600" dirty="0" smtClean="0"/>
              <a:t> </a:t>
            </a:r>
            <a:r>
              <a:rPr lang="en-US" sz="1600" dirty="0" err="1" smtClean="0"/>
              <a:t>শ্রেয়</a:t>
            </a:r>
            <a:r>
              <a:rPr lang="en-US" sz="1600" dirty="0" smtClean="0"/>
              <a:t>।</a:t>
            </a:r>
            <a:endParaRPr lang="en-US" sz="1600" dirty="0"/>
          </a:p>
        </p:txBody>
      </p:sp>
      <p:sp>
        <p:nvSpPr>
          <p:cNvPr id="7" name="TextBox 6"/>
          <p:cNvSpPr txBox="1"/>
          <p:nvPr/>
        </p:nvSpPr>
        <p:spPr>
          <a:xfrm>
            <a:off x="381000" y="5867400"/>
            <a:ext cx="8534400" cy="369332"/>
          </a:xfrm>
          <a:prstGeom prst="rect">
            <a:avLst/>
          </a:prstGeom>
          <a:noFill/>
        </p:spPr>
        <p:txBody>
          <a:bodyPr wrap="square" rtlCol="0">
            <a:spAutoFit/>
          </a:bodyPr>
          <a:lstStyle/>
          <a:p>
            <a:pPr algn="ctr"/>
            <a:r>
              <a:rPr lang="en-US" dirty="0" err="1" smtClean="0"/>
              <a:t>এটা</a:t>
            </a:r>
            <a:r>
              <a:rPr lang="en-US" dirty="0" smtClean="0"/>
              <a:t> </a:t>
            </a:r>
            <a:r>
              <a:rPr lang="en-US" dirty="0" err="1" smtClean="0"/>
              <a:t>বোর্ড</a:t>
            </a:r>
            <a:r>
              <a:rPr lang="en-US" dirty="0" smtClean="0"/>
              <a:t> </a:t>
            </a:r>
            <a:r>
              <a:rPr lang="en-US" dirty="0" err="1" smtClean="0"/>
              <a:t>পরীক্ষা</a:t>
            </a:r>
            <a:r>
              <a:rPr lang="en-US" dirty="0" smtClean="0"/>
              <a:t>। </a:t>
            </a:r>
            <a:r>
              <a:rPr lang="en-US" dirty="0" err="1" smtClean="0"/>
              <a:t>বোর্ডের</a:t>
            </a:r>
            <a:r>
              <a:rPr lang="en-US" dirty="0" smtClean="0"/>
              <a:t> </a:t>
            </a:r>
            <a:r>
              <a:rPr lang="en-US" dirty="0" err="1" smtClean="0"/>
              <a:t>প্রস্তুতি</a:t>
            </a:r>
            <a:r>
              <a:rPr lang="en-US" dirty="0" smtClean="0"/>
              <a:t> </a:t>
            </a:r>
            <a:r>
              <a:rPr lang="en-US" dirty="0" err="1" smtClean="0"/>
              <a:t>আলাদা</a:t>
            </a:r>
            <a:r>
              <a:rPr lang="en-US" dirty="0" smtClean="0"/>
              <a:t>।</a:t>
            </a:r>
            <a:endParaRPr lang="en-US"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29200"/>
            <a:ext cx="8229600" cy="762000"/>
          </a:xfrm>
        </p:spPr>
        <p:txBody>
          <a:bodyPr>
            <a:normAutofit fontScale="90000"/>
          </a:bodyPr>
          <a:lstStyle/>
          <a:p>
            <a:r>
              <a:rPr lang="en-US" dirty="0" err="1" smtClean="0"/>
              <a:t>কাজ-রেস্ট</a:t>
            </a:r>
            <a:endParaRPr lang="en-US" dirty="0"/>
          </a:p>
        </p:txBody>
      </p:sp>
      <p:sp>
        <p:nvSpPr>
          <p:cNvPr id="3" name="Text Placeholder 2"/>
          <p:cNvSpPr>
            <a:spLocks noGrp="1"/>
          </p:cNvSpPr>
          <p:nvPr>
            <p:ph type="body" idx="1"/>
          </p:nvPr>
        </p:nvSpPr>
        <p:spPr>
          <a:xfrm>
            <a:off x="457200" y="304800"/>
            <a:ext cx="4023360" cy="640080"/>
          </a:xfrm>
        </p:spPr>
        <p:txBody>
          <a:bodyPr/>
          <a:lstStyle/>
          <a:p>
            <a:pPr algn="ctr"/>
            <a:r>
              <a:rPr lang="en-US" dirty="0" err="1" smtClean="0"/>
              <a:t>কাজ</a:t>
            </a:r>
            <a:endParaRPr lang="en-US" dirty="0"/>
          </a:p>
        </p:txBody>
      </p:sp>
      <p:sp>
        <p:nvSpPr>
          <p:cNvPr id="4" name="Text Placeholder 3"/>
          <p:cNvSpPr>
            <a:spLocks noGrp="1"/>
          </p:cNvSpPr>
          <p:nvPr>
            <p:ph type="body" sz="half" idx="3"/>
          </p:nvPr>
        </p:nvSpPr>
        <p:spPr/>
        <p:txBody>
          <a:bodyPr/>
          <a:lstStyle/>
          <a:p>
            <a:pPr algn="ctr"/>
            <a:r>
              <a:rPr lang="en-US" dirty="0" err="1" smtClean="0"/>
              <a:t>রেস্ট</a:t>
            </a:r>
            <a:endParaRPr lang="en-US" dirty="0"/>
          </a:p>
        </p:txBody>
      </p:sp>
      <p:sp>
        <p:nvSpPr>
          <p:cNvPr id="5" name="Content Placeholder 4"/>
          <p:cNvSpPr>
            <a:spLocks noGrp="1"/>
          </p:cNvSpPr>
          <p:nvPr>
            <p:ph sz="quarter" idx="2"/>
          </p:nvPr>
        </p:nvSpPr>
        <p:spPr/>
        <p:txBody>
          <a:bodyPr/>
          <a:lstStyle/>
          <a:p>
            <a:r>
              <a:rPr lang="en-US" sz="1600" dirty="0" err="1" smtClean="0"/>
              <a:t>ব্যস্ততা</a:t>
            </a:r>
            <a:r>
              <a:rPr lang="en-US" sz="1600" dirty="0" smtClean="0"/>
              <a:t> </a:t>
            </a:r>
            <a:r>
              <a:rPr lang="en-US" sz="1600" dirty="0" err="1" smtClean="0"/>
              <a:t>এখন</a:t>
            </a:r>
            <a:r>
              <a:rPr lang="en-US" sz="1600" dirty="0" smtClean="0"/>
              <a:t> </a:t>
            </a:r>
            <a:r>
              <a:rPr lang="en-US" sz="1600" dirty="0" err="1" smtClean="0"/>
              <a:t>অনেক</a:t>
            </a:r>
            <a:r>
              <a:rPr lang="en-US" sz="1600" dirty="0" smtClean="0"/>
              <a:t> </a:t>
            </a:r>
            <a:r>
              <a:rPr lang="en-US" sz="1600" dirty="0" err="1" smtClean="0"/>
              <a:t>দরকার</a:t>
            </a:r>
            <a:r>
              <a:rPr lang="en-US" sz="1600" dirty="0" smtClean="0"/>
              <a:t>। </a:t>
            </a:r>
            <a:r>
              <a:rPr lang="en-US" sz="1600" dirty="0" err="1" smtClean="0"/>
              <a:t>থামলে</a:t>
            </a:r>
            <a:r>
              <a:rPr lang="en-US" sz="1600" dirty="0" smtClean="0"/>
              <a:t> </a:t>
            </a:r>
            <a:r>
              <a:rPr lang="en-US" sz="1600" dirty="0" err="1" smtClean="0"/>
              <a:t>বিচ্ছিরি</a:t>
            </a:r>
            <a:r>
              <a:rPr lang="en-US" sz="1600" dirty="0" smtClean="0"/>
              <a:t> </a:t>
            </a:r>
            <a:r>
              <a:rPr lang="en-US" sz="1600" dirty="0" err="1" smtClean="0"/>
              <a:t>লাগে</a:t>
            </a:r>
            <a:r>
              <a:rPr lang="en-US" sz="1600" dirty="0" smtClean="0"/>
              <a:t>।</a:t>
            </a:r>
          </a:p>
        </p:txBody>
      </p:sp>
      <p:sp>
        <p:nvSpPr>
          <p:cNvPr id="6" name="Content Placeholder 5"/>
          <p:cNvSpPr>
            <a:spLocks noGrp="1"/>
          </p:cNvSpPr>
          <p:nvPr>
            <p:ph sz="quarter" idx="4"/>
          </p:nvPr>
        </p:nvSpPr>
        <p:spPr/>
        <p:txBody>
          <a:bodyPr>
            <a:normAutofit/>
          </a:bodyPr>
          <a:lstStyle/>
          <a:p>
            <a:r>
              <a:rPr lang="en-US" sz="1600" dirty="0" err="1" smtClean="0"/>
              <a:t>না</a:t>
            </a:r>
            <a:r>
              <a:rPr lang="en-US" sz="1600" dirty="0" smtClean="0"/>
              <a:t> </a:t>
            </a:r>
            <a:r>
              <a:rPr lang="en-US" sz="1600" dirty="0" err="1" smtClean="0"/>
              <a:t>নেয়াই</a:t>
            </a:r>
            <a:r>
              <a:rPr lang="en-US" sz="1600" dirty="0" smtClean="0"/>
              <a:t> </a:t>
            </a:r>
            <a:r>
              <a:rPr lang="en-US" sz="1600" dirty="0" err="1" smtClean="0"/>
              <a:t>ভালো</a:t>
            </a:r>
            <a:endParaRPr lang="en-US" sz="1600" dirty="0" smtClean="0"/>
          </a:p>
          <a:p>
            <a:r>
              <a:rPr lang="en-US" sz="1600" dirty="0" err="1" smtClean="0"/>
              <a:t>নিলে</a:t>
            </a:r>
            <a:r>
              <a:rPr lang="en-US" sz="1600" dirty="0" smtClean="0"/>
              <a:t> </a:t>
            </a:r>
            <a:r>
              <a:rPr lang="en-US" sz="1600" dirty="0" err="1" smtClean="0"/>
              <a:t>ইউটিউবে</a:t>
            </a:r>
            <a:r>
              <a:rPr lang="en-US" sz="1600" dirty="0" smtClean="0"/>
              <a:t> US Auto Industry, History Matters, </a:t>
            </a:r>
            <a:r>
              <a:rPr lang="en-US" sz="1600" dirty="0" err="1" smtClean="0"/>
              <a:t>Vsauce</a:t>
            </a:r>
            <a:r>
              <a:rPr lang="en-US" sz="1600" dirty="0" smtClean="0"/>
              <a:t> </a:t>
            </a:r>
            <a:r>
              <a:rPr lang="en-US" sz="1600" dirty="0" err="1" smtClean="0"/>
              <a:t>এর</a:t>
            </a:r>
            <a:r>
              <a:rPr lang="en-US" sz="1600" dirty="0" smtClean="0"/>
              <a:t> </a:t>
            </a:r>
            <a:r>
              <a:rPr lang="en-US" sz="1600" dirty="0" err="1" smtClean="0"/>
              <a:t>ভিডিও</a:t>
            </a:r>
            <a:r>
              <a:rPr lang="en-US" sz="1600" dirty="0" smtClean="0"/>
              <a:t> </a:t>
            </a:r>
            <a:r>
              <a:rPr lang="en-US" sz="1600" dirty="0" err="1" smtClean="0"/>
              <a:t>দেখা</a:t>
            </a:r>
            <a:r>
              <a:rPr lang="en-US" sz="1600" dirty="0" smtClean="0"/>
              <a:t> </a:t>
            </a:r>
            <a:r>
              <a:rPr lang="en-US" sz="1600" dirty="0" err="1" smtClean="0"/>
              <a:t>যায়</a:t>
            </a:r>
            <a:r>
              <a:rPr lang="en-US" sz="1600" dirty="0" smtClean="0"/>
              <a:t>।</a:t>
            </a:r>
            <a:endParaRPr lang="en-US" sz="1600" dirty="0" smtClean="0"/>
          </a:p>
          <a:p>
            <a:r>
              <a:rPr lang="en-US" sz="1600" dirty="0" err="1" smtClean="0"/>
              <a:t>সপ্তাহে</a:t>
            </a:r>
            <a:r>
              <a:rPr lang="en-US" sz="1600" dirty="0" smtClean="0"/>
              <a:t> ২ </a:t>
            </a:r>
            <a:r>
              <a:rPr lang="en-US" sz="1600" dirty="0" err="1" smtClean="0"/>
              <a:t>দিন</a:t>
            </a:r>
            <a:r>
              <a:rPr lang="en-US" sz="1600" dirty="0" smtClean="0"/>
              <a:t> </a:t>
            </a:r>
            <a:r>
              <a:rPr lang="en-US" sz="1600" dirty="0" err="1" smtClean="0"/>
              <a:t>ছুটি</a:t>
            </a:r>
            <a:r>
              <a:rPr lang="en-US" sz="1600" dirty="0" smtClean="0"/>
              <a:t> </a:t>
            </a:r>
            <a:r>
              <a:rPr lang="en-US" sz="1600" dirty="0" err="1" smtClean="0"/>
              <a:t>ধরা</a:t>
            </a:r>
            <a:r>
              <a:rPr lang="en-US" sz="1600" dirty="0" smtClean="0"/>
              <a:t> </a:t>
            </a:r>
            <a:r>
              <a:rPr lang="en-US" sz="1600" dirty="0" err="1" smtClean="0"/>
              <a:t>অধিক</a:t>
            </a:r>
            <a:r>
              <a:rPr lang="en-US" sz="1600" dirty="0" smtClean="0"/>
              <a:t> </a:t>
            </a:r>
            <a:r>
              <a:rPr lang="en-US" sz="1600" dirty="0" err="1" smtClean="0"/>
              <a:t>কার্যকর</a:t>
            </a:r>
            <a:r>
              <a:rPr lang="en-US" sz="1600" dirty="0" smtClean="0"/>
              <a:t> </a:t>
            </a:r>
            <a:r>
              <a:rPr lang="en-US" sz="1600" dirty="0" err="1" smtClean="0"/>
              <a:t>হবে</a:t>
            </a:r>
            <a:r>
              <a:rPr lang="en-US" sz="1600" dirty="0" smtClean="0"/>
              <a:t> </a:t>
            </a:r>
            <a:r>
              <a:rPr lang="en-US" sz="1600" dirty="0" err="1" smtClean="0"/>
              <a:t>এক্ষেত্রে</a:t>
            </a:r>
            <a:r>
              <a:rPr lang="en-US" sz="1600" dirty="0" smtClean="0"/>
              <a:t>। </a:t>
            </a:r>
            <a:r>
              <a:rPr lang="en-US" sz="1600" dirty="0" err="1" smtClean="0"/>
              <a:t>শুক্রবার</a:t>
            </a:r>
            <a:r>
              <a:rPr lang="en-US" sz="1600" dirty="0" smtClean="0"/>
              <a:t> </a:t>
            </a:r>
            <a:r>
              <a:rPr lang="en-US" sz="1600" dirty="0" err="1" smtClean="0"/>
              <a:t>আর</a:t>
            </a:r>
            <a:r>
              <a:rPr lang="en-US" sz="1600" dirty="0" smtClean="0"/>
              <a:t> </a:t>
            </a:r>
            <a:r>
              <a:rPr lang="en-US" sz="1600" dirty="0" err="1" smtClean="0"/>
              <a:t>সোমবার</a:t>
            </a:r>
            <a:r>
              <a:rPr lang="en-US" sz="1600" dirty="0" smtClean="0"/>
              <a:t>। </a:t>
            </a:r>
            <a:r>
              <a:rPr lang="en-US" sz="1600" b="1" dirty="0" err="1" smtClean="0">
                <a:hlinkClick r:id="rId2"/>
              </a:rPr>
              <a:t>কারণ</a:t>
            </a:r>
            <a:r>
              <a:rPr lang="en-US" sz="1600" b="1" dirty="0" smtClean="0">
                <a:hlinkClick r:id="rId2"/>
              </a:rPr>
              <a:t> </a:t>
            </a:r>
            <a:r>
              <a:rPr lang="en-US" sz="1600" b="1" dirty="0" err="1" smtClean="0">
                <a:hlinkClick r:id="rId2"/>
              </a:rPr>
              <a:t>জানতে</a:t>
            </a:r>
            <a:r>
              <a:rPr lang="en-US" sz="1600" b="1" dirty="0" smtClean="0">
                <a:hlinkClick r:id="rId2"/>
              </a:rPr>
              <a:t> </a:t>
            </a:r>
            <a:r>
              <a:rPr lang="en-US" sz="1600" b="1" dirty="0" err="1" smtClean="0">
                <a:hlinkClick r:id="rId2"/>
              </a:rPr>
              <a:t>এখানে</a:t>
            </a:r>
            <a:r>
              <a:rPr lang="en-US" sz="1600" b="1" dirty="0" smtClean="0">
                <a:hlinkClick r:id="rId2"/>
              </a:rPr>
              <a:t> </a:t>
            </a:r>
            <a:r>
              <a:rPr lang="en-US" sz="1600" b="1" dirty="0" err="1" smtClean="0">
                <a:hlinkClick r:id="rId2"/>
              </a:rPr>
              <a:t>ক্লিক</a:t>
            </a:r>
            <a:r>
              <a:rPr lang="en-US" sz="1600" b="1" dirty="0" smtClean="0">
                <a:hlinkClick r:id="rId2"/>
              </a:rPr>
              <a:t> </a:t>
            </a:r>
            <a:r>
              <a:rPr lang="en-US" sz="1600" b="1" dirty="0" err="1" smtClean="0">
                <a:hlinkClick r:id="rId2"/>
              </a:rPr>
              <a:t>করুন</a:t>
            </a:r>
            <a:r>
              <a:rPr lang="en-US" sz="1600" dirty="0" smtClean="0"/>
              <a:t>। </a:t>
            </a:r>
            <a:r>
              <a:rPr lang="en-US" sz="1600" dirty="0" err="1" smtClean="0"/>
              <a:t>দিনে</a:t>
            </a:r>
            <a:r>
              <a:rPr lang="en-US" sz="1600" dirty="0" smtClean="0"/>
              <a:t> ৬ </a:t>
            </a:r>
            <a:r>
              <a:rPr lang="en-US" sz="1600" dirty="0" err="1" smtClean="0"/>
              <a:t>ঘন্টা</a:t>
            </a:r>
            <a:r>
              <a:rPr lang="en-US" sz="1600" dirty="0" smtClean="0"/>
              <a:t> </a:t>
            </a:r>
            <a:r>
              <a:rPr lang="en-US" sz="1600" dirty="0" err="1" smtClean="0"/>
              <a:t>করে</a:t>
            </a:r>
            <a:r>
              <a:rPr lang="en-US" sz="1600" dirty="0" smtClean="0"/>
              <a:t> </a:t>
            </a:r>
            <a:r>
              <a:rPr lang="en-US" sz="1600" dirty="0" err="1" smtClean="0"/>
              <a:t>গ্যাপ</a:t>
            </a:r>
            <a:r>
              <a:rPr lang="en-US" sz="1600" dirty="0" smtClean="0"/>
              <a:t> </a:t>
            </a:r>
            <a:r>
              <a:rPr lang="en-US" sz="1600" dirty="0" err="1" smtClean="0"/>
              <a:t>মানে</a:t>
            </a:r>
            <a:r>
              <a:rPr lang="en-US" sz="1600" dirty="0" smtClean="0"/>
              <a:t> </a:t>
            </a:r>
            <a:r>
              <a:rPr lang="en-US" sz="1600" dirty="0" err="1" smtClean="0"/>
              <a:t>অনেক</a:t>
            </a:r>
            <a:r>
              <a:rPr lang="en-US" sz="1600" dirty="0" smtClean="0"/>
              <a:t> </a:t>
            </a:r>
            <a:r>
              <a:rPr lang="en-US" sz="1600" dirty="0" err="1" smtClean="0"/>
              <a:t>ফ্রিডম</a:t>
            </a:r>
            <a:r>
              <a:rPr lang="en-US" sz="1600" dirty="0" smtClean="0"/>
              <a:t>।</a:t>
            </a:r>
            <a:endParaRPr lang="en-US" sz="1600" dirty="0"/>
          </a:p>
        </p:txBody>
      </p:sp>
      <p:sp>
        <p:nvSpPr>
          <p:cNvPr id="7" name="TextBox 6"/>
          <p:cNvSpPr txBox="1"/>
          <p:nvPr/>
        </p:nvSpPr>
        <p:spPr>
          <a:xfrm>
            <a:off x="381000" y="5867400"/>
            <a:ext cx="8534400" cy="369332"/>
          </a:xfrm>
          <a:prstGeom prst="rect">
            <a:avLst/>
          </a:prstGeom>
          <a:noFill/>
        </p:spPr>
        <p:txBody>
          <a:bodyPr wrap="square" rtlCol="0">
            <a:spAutoFit/>
          </a:bodyPr>
          <a:lstStyle/>
          <a:p>
            <a:pPr algn="ctr"/>
            <a:r>
              <a:rPr lang="en-US" dirty="0" err="1" smtClean="0"/>
              <a:t>এটা</a:t>
            </a:r>
            <a:r>
              <a:rPr lang="en-US" dirty="0" smtClean="0"/>
              <a:t> </a:t>
            </a:r>
            <a:r>
              <a:rPr lang="en-US" dirty="0" err="1" smtClean="0"/>
              <a:t>বোর্ড</a:t>
            </a:r>
            <a:r>
              <a:rPr lang="en-US" dirty="0" smtClean="0"/>
              <a:t> </a:t>
            </a:r>
            <a:r>
              <a:rPr lang="en-US" dirty="0" err="1" smtClean="0"/>
              <a:t>পরীক্ষা</a:t>
            </a:r>
            <a:r>
              <a:rPr lang="en-US" dirty="0" smtClean="0"/>
              <a:t>। </a:t>
            </a:r>
            <a:r>
              <a:rPr lang="en-US" dirty="0" err="1" smtClean="0"/>
              <a:t>বোর্ডের</a:t>
            </a:r>
            <a:r>
              <a:rPr lang="en-US" dirty="0" smtClean="0"/>
              <a:t> </a:t>
            </a:r>
            <a:r>
              <a:rPr lang="en-US" dirty="0" err="1" smtClean="0"/>
              <a:t>প্রস্তুতি</a:t>
            </a:r>
            <a:r>
              <a:rPr lang="en-US" dirty="0" smtClean="0"/>
              <a:t> </a:t>
            </a:r>
            <a:r>
              <a:rPr lang="en-US" dirty="0" err="1" smtClean="0"/>
              <a:t>আলাদা</a:t>
            </a:r>
            <a:r>
              <a:rPr lang="en-US" dirty="0" smtClean="0"/>
              <a:t>।</a:t>
            </a:r>
            <a:endParaRPr lang="en-US"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29200"/>
            <a:ext cx="8229600" cy="762000"/>
          </a:xfrm>
        </p:spPr>
        <p:txBody>
          <a:bodyPr>
            <a:normAutofit fontScale="90000"/>
          </a:bodyPr>
          <a:lstStyle/>
          <a:p>
            <a:r>
              <a:rPr lang="en-US" dirty="0" err="1" smtClean="0"/>
              <a:t>নিয়ম-অনিয়ম</a:t>
            </a:r>
            <a:endParaRPr lang="en-US" dirty="0"/>
          </a:p>
        </p:txBody>
      </p:sp>
      <p:sp>
        <p:nvSpPr>
          <p:cNvPr id="3" name="Text Placeholder 2"/>
          <p:cNvSpPr>
            <a:spLocks noGrp="1"/>
          </p:cNvSpPr>
          <p:nvPr>
            <p:ph type="body" idx="1"/>
          </p:nvPr>
        </p:nvSpPr>
        <p:spPr>
          <a:xfrm>
            <a:off x="457200" y="304800"/>
            <a:ext cx="4023360" cy="640080"/>
          </a:xfrm>
        </p:spPr>
        <p:txBody>
          <a:bodyPr/>
          <a:lstStyle/>
          <a:p>
            <a:pPr algn="ctr"/>
            <a:r>
              <a:rPr lang="en-US" dirty="0" smtClean="0"/>
              <a:t>Strict Rules</a:t>
            </a:r>
            <a:endParaRPr lang="en-US" dirty="0"/>
          </a:p>
        </p:txBody>
      </p:sp>
      <p:sp>
        <p:nvSpPr>
          <p:cNvPr id="4" name="Text Placeholder 3"/>
          <p:cNvSpPr>
            <a:spLocks noGrp="1"/>
          </p:cNvSpPr>
          <p:nvPr>
            <p:ph type="body" sz="half" idx="3"/>
          </p:nvPr>
        </p:nvSpPr>
        <p:spPr/>
        <p:txBody>
          <a:bodyPr/>
          <a:lstStyle/>
          <a:p>
            <a:pPr algn="ctr"/>
            <a:r>
              <a:rPr lang="en-US" dirty="0" smtClean="0"/>
              <a:t>Loose Rule</a:t>
            </a:r>
            <a:endParaRPr lang="en-US" dirty="0"/>
          </a:p>
        </p:txBody>
      </p:sp>
      <p:sp>
        <p:nvSpPr>
          <p:cNvPr id="5" name="Content Placeholder 4"/>
          <p:cNvSpPr>
            <a:spLocks noGrp="1"/>
          </p:cNvSpPr>
          <p:nvPr>
            <p:ph sz="quarter" idx="2"/>
          </p:nvPr>
        </p:nvSpPr>
        <p:spPr/>
        <p:txBody>
          <a:bodyPr/>
          <a:lstStyle/>
          <a:p>
            <a:r>
              <a:rPr lang="en-US" sz="1600" dirty="0" err="1" smtClean="0"/>
              <a:t>কঠোর</a:t>
            </a:r>
            <a:r>
              <a:rPr lang="en-US" sz="1600" dirty="0" smtClean="0"/>
              <a:t> </a:t>
            </a:r>
            <a:r>
              <a:rPr lang="en-US" sz="1600" dirty="0" err="1" smtClean="0"/>
              <a:t>রুটিনে</a:t>
            </a:r>
            <a:r>
              <a:rPr lang="en-US" sz="1600" dirty="0" smtClean="0"/>
              <a:t> </a:t>
            </a:r>
            <a:r>
              <a:rPr lang="en-US" sz="1600" dirty="0" err="1" smtClean="0"/>
              <a:t>পড়া</a:t>
            </a:r>
            <a:r>
              <a:rPr lang="en-US" sz="1600" dirty="0" smtClean="0"/>
              <a:t> </a:t>
            </a:r>
            <a:r>
              <a:rPr lang="en-US" sz="1600" dirty="0" err="1" smtClean="0"/>
              <a:t>এখন</a:t>
            </a:r>
            <a:r>
              <a:rPr lang="en-US" sz="1600" dirty="0" smtClean="0"/>
              <a:t> </a:t>
            </a:r>
            <a:r>
              <a:rPr lang="en-US" sz="1600" dirty="0" err="1" smtClean="0"/>
              <a:t>সময়ের</a:t>
            </a:r>
            <a:r>
              <a:rPr lang="en-US" sz="1600" dirty="0" smtClean="0"/>
              <a:t> </a:t>
            </a:r>
            <a:r>
              <a:rPr lang="en-US" sz="1600" dirty="0" err="1" smtClean="0"/>
              <a:t>দাবি</a:t>
            </a:r>
            <a:r>
              <a:rPr lang="en-US" sz="1600" dirty="0" smtClean="0"/>
              <a:t>।</a:t>
            </a:r>
            <a:endParaRPr lang="en-US" sz="1600" dirty="0" smtClean="0"/>
          </a:p>
        </p:txBody>
      </p:sp>
      <p:sp>
        <p:nvSpPr>
          <p:cNvPr id="6" name="Content Placeholder 5"/>
          <p:cNvSpPr>
            <a:spLocks noGrp="1"/>
          </p:cNvSpPr>
          <p:nvPr>
            <p:ph sz="quarter" idx="4"/>
          </p:nvPr>
        </p:nvSpPr>
        <p:spPr/>
        <p:txBody>
          <a:bodyPr>
            <a:normAutofit/>
          </a:bodyPr>
          <a:lstStyle/>
          <a:p>
            <a:r>
              <a:rPr lang="en-US" sz="1600" dirty="0" err="1" smtClean="0"/>
              <a:t>পড়ার</a:t>
            </a:r>
            <a:r>
              <a:rPr lang="en-US" sz="1600" dirty="0" smtClean="0"/>
              <a:t> </a:t>
            </a:r>
            <a:r>
              <a:rPr lang="en-US" sz="1600" dirty="0" err="1" smtClean="0"/>
              <a:t>বেলায়</a:t>
            </a:r>
            <a:r>
              <a:rPr lang="en-US" sz="1600" dirty="0" smtClean="0"/>
              <a:t> </a:t>
            </a:r>
            <a:r>
              <a:rPr lang="en-US" sz="1600" dirty="0" err="1" smtClean="0"/>
              <a:t>এখন</a:t>
            </a:r>
            <a:r>
              <a:rPr lang="en-US" sz="1600" dirty="0" smtClean="0"/>
              <a:t> </a:t>
            </a:r>
            <a:r>
              <a:rPr lang="en-US" sz="1600" dirty="0" err="1" smtClean="0"/>
              <a:t>স্বাধীনতা</a:t>
            </a:r>
            <a:r>
              <a:rPr lang="en-US" sz="1600" dirty="0" smtClean="0"/>
              <a:t> </a:t>
            </a:r>
            <a:r>
              <a:rPr lang="en-US" sz="1600" dirty="0" err="1" smtClean="0"/>
              <a:t>তোইরি</a:t>
            </a:r>
            <a:r>
              <a:rPr lang="en-US" sz="1600" dirty="0" smtClean="0"/>
              <a:t> </a:t>
            </a:r>
            <a:r>
              <a:rPr lang="en-US" sz="1600" dirty="0" err="1" smtClean="0"/>
              <a:t>না</a:t>
            </a:r>
            <a:r>
              <a:rPr lang="en-US" sz="1600" dirty="0" smtClean="0"/>
              <a:t> </a:t>
            </a:r>
            <a:r>
              <a:rPr lang="en-US" sz="1600" dirty="0" err="1" smtClean="0"/>
              <a:t>করাটাই</a:t>
            </a:r>
            <a:r>
              <a:rPr lang="en-US" sz="1600" dirty="0" smtClean="0"/>
              <a:t> </a:t>
            </a:r>
            <a:r>
              <a:rPr lang="en-US" sz="1600" dirty="0" err="1" smtClean="0"/>
              <a:t>উত্তম</a:t>
            </a:r>
            <a:r>
              <a:rPr lang="en-US" sz="1600" dirty="0" smtClean="0"/>
              <a:t>।</a:t>
            </a:r>
            <a:endParaRPr lang="en-US" sz="1600" dirty="0"/>
          </a:p>
        </p:txBody>
      </p:sp>
      <p:sp>
        <p:nvSpPr>
          <p:cNvPr id="7" name="TextBox 6"/>
          <p:cNvSpPr txBox="1"/>
          <p:nvPr/>
        </p:nvSpPr>
        <p:spPr>
          <a:xfrm>
            <a:off x="381000" y="5867400"/>
            <a:ext cx="8534400" cy="369332"/>
          </a:xfrm>
          <a:prstGeom prst="rect">
            <a:avLst/>
          </a:prstGeom>
          <a:noFill/>
        </p:spPr>
        <p:txBody>
          <a:bodyPr wrap="square" rtlCol="0">
            <a:spAutoFit/>
          </a:bodyPr>
          <a:lstStyle/>
          <a:p>
            <a:pPr algn="ctr"/>
            <a:r>
              <a:rPr lang="en-US" dirty="0" err="1" smtClean="0"/>
              <a:t>এটা</a:t>
            </a:r>
            <a:r>
              <a:rPr lang="en-US" dirty="0" smtClean="0"/>
              <a:t> </a:t>
            </a:r>
            <a:r>
              <a:rPr lang="en-US" dirty="0" err="1" smtClean="0"/>
              <a:t>বোর্ড</a:t>
            </a:r>
            <a:r>
              <a:rPr lang="en-US" dirty="0" smtClean="0"/>
              <a:t> </a:t>
            </a:r>
            <a:r>
              <a:rPr lang="en-US" dirty="0" err="1" smtClean="0"/>
              <a:t>পরীক্ষা</a:t>
            </a:r>
            <a:r>
              <a:rPr lang="en-US" dirty="0" smtClean="0"/>
              <a:t>। </a:t>
            </a:r>
            <a:r>
              <a:rPr lang="en-US" dirty="0" err="1" smtClean="0"/>
              <a:t>বোর্ডের</a:t>
            </a:r>
            <a:r>
              <a:rPr lang="en-US" dirty="0" smtClean="0"/>
              <a:t> </a:t>
            </a:r>
            <a:r>
              <a:rPr lang="en-US" dirty="0" err="1" smtClean="0"/>
              <a:t>প্রস্তুতি</a:t>
            </a:r>
            <a:r>
              <a:rPr lang="en-US" dirty="0" smtClean="0"/>
              <a:t> </a:t>
            </a:r>
            <a:r>
              <a:rPr lang="en-US" dirty="0" err="1" smtClean="0"/>
              <a:t>আলাদা</a:t>
            </a:r>
            <a:r>
              <a:rPr lang="en-US" dirty="0" smtClean="0"/>
              <a:t>।</a:t>
            </a:r>
            <a:endParaRPr lang="en-US"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29200"/>
            <a:ext cx="8229600" cy="762000"/>
          </a:xfrm>
        </p:spPr>
        <p:txBody>
          <a:bodyPr>
            <a:normAutofit fontScale="90000"/>
          </a:bodyPr>
          <a:lstStyle/>
          <a:p>
            <a:r>
              <a:rPr lang="en-US" dirty="0" err="1" smtClean="0"/>
              <a:t>ঘুম-কম</a:t>
            </a:r>
            <a:r>
              <a:rPr lang="en-US" dirty="0" smtClean="0"/>
              <a:t> </a:t>
            </a:r>
            <a:r>
              <a:rPr lang="en-US" dirty="0" err="1" smtClean="0"/>
              <a:t>ঘুম</a:t>
            </a:r>
            <a:endParaRPr lang="en-US" dirty="0"/>
          </a:p>
        </p:txBody>
      </p:sp>
      <p:sp>
        <p:nvSpPr>
          <p:cNvPr id="3" name="Text Placeholder 2"/>
          <p:cNvSpPr>
            <a:spLocks noGrp="1"/>
          </p:cNvSpPr>
          <p:nvPr>
            <p:ph type="body" idx="1"/>
          </p:nvPr>
        </p:nvSpPr>
        <p:spPr>
          <a:xfrm>
            <a:off x="457200" y="304800"/>
            <a:ext cx="4023360" cy="640080"/>
          </a:xfrm>
        </p:spPr>
        <p:txBody>
          <a:bodyPr/>
          <a:lstStyle/>
          <a:p>
            <a:pPr algn="ctr"/>
            <a:r>
              <a:rPr lang="en-US" dirty="0" err="1" smtClean="0"/>
              <a:t>ঘুম</a:t>
            </a:r>
            <a:endParaRPr lang="en-US" dirty="0"/>
          </a:p>
        </p:txBody>
      </p:sp>
      <p:sp>
        <p:nvSpPr>
          <p:cNvPr id="4" name="Text Placeholder 3"/>
          <p:cNvSpPr>
            <a:spLocks noGrp="1"/>
          </p:cNvSpPr>
          <p:nvPr>
            <p:ph type="body" sz="half" idx="3"/>
          </p:nvPr>
        </p:nvSpPr>
        <p:spPr/>
        <p:txBody>
          <a:bodyPr/>
          <a:lstStyle/>
          <a:p>
            <a:pPr algn="ctr"/>
            <a:r>
              <a:rPr lang="en-US" dirty="0" err="1" smtClean="0"/>
              <a:t>জাগরণ</a:t>
            </a:r>
            <a:endParaRPr lang="en-US" dirty="0"/>
          </a:p>
        </p:txBody>
      </p:sp>
      <p:sp>
        <p:nvSpPr>
          <p:cNvPr id="5" name="Content Placeholder 4"/>
          <p:cNvSpPr>
            <a:spLocks noGrp="1"/>
          </p:cNvSpPr>
          <p:nvPr>
            <p:ph sz="quarter" idx="2"/>
          </p:nvPr>
        </p:nvSpPr>
        <p:spPr/>
        <p:txBody>
          <a:bodyPr/>
          <a:lstStyle/>
          <a:p>
            <a:r>
              <a:rPr lang="en-US" sz="1600" dirty="0" err="1" smtClean="0"/>
              <a:t>বেশি</a:t>
            </a:r>
            <a:r>
              <a:rPr lang="en-US" sz="1600" dirty="0" smtClean="0"/>
              <a:t> </a:t>
            </a:r>
            <a:r>
              <a:rPr lang="en-US" sz="1600" dirty="0" err="1" smtClean="0"/>
              <a:t>ঘুমের</a:t>
            </a:r>
            <a:r>
              <a:rPr lang="en-US" sz="1600" dirty="0" smtClean="0"/>
              <a:t> </a:t>
            </a:r>
            <a:r>
              <a:rPr lang="en-US" sz="1600" dirty="0" err="1" smtClean="0"/>
              <a:t>সুবিধা</a:t>
            </a:r>
            <a:r>
              <a:rPr lang="en-US" sz="1600" dirty="0" smtClean="0"/>
              <a:t> </a:t>
            </a:r>
            <a:r>
              <a:rPr lang="en-US" sz="1600" dirty="0" err="1" smtClean="0"/>
              <a:t>কম</a:t>
            </a:r>
            <a:r>
              <a:rPr lang="en-US" sz="1600" dirty="0" smtClean="0"/>
              <a:t>। </a:t>
            </a:r>
            <a:r>
              <a:rPr lang="en-US" sz="1600" dirty="0" err="1" smtClean="0"/>
              <a:t>আমার</a:t>
            </a:r>
            <a:r>
              <a:rPr lang="en-US" sz="1600" dirty="0" smtClean="0"/>
              <a:t> </a:t>
            </a:r>
            <a:r>
              <a:rPr lang="en-US" sz="1600" dirty="0" err="1" smtClean="0"/>
              <a:t>ক্ষেত্রে</a:t>
            </a:r>
            <a:r>
              <a:rPr lang="en-US" sz="1600" dirty="0" smtClean="0"/>
              <a:t>, </a:t>
            </a:r>
            <a:r>
              <a:rPr lang="en-US" sz="1600" dirty="0" err="1" smtClean="0"/>
              <a:t>প্রথম</a:t>
            </a:r>
            <a:r>
              <a:rPr lang="en-US" sz="1600" dirty="0" smtClean="0"/>
              <a:t> ৪.৫ </a:t>
            </a:r>
            <a:r>
              <a:rPr lang="en-US" sz="1600" dirty="0" err="1" smtClean="0"/>
              <a:t>ঘন্টা</a:t>
            </a:r>
            <a:r>
              <a:rPr lang="en-US" sz="1600" dirty="0" smtClean="0"/>
              <a:t> </a:t>
            </a:r>
            <a:r>
              <a:rPr lang="en-US" sz="1600" dirty="0" err="1" smtClean="0"/>
              <a:t>ঘুমানোর</a:t>
            </a:r>
            <a:r>
              <a:rPr lang="en-US" sz="1600" dirty="0" smtClean="0"/>
              <a:t> </a:t>
            </a:r>
            <a:r>
              <a:rPr lang="en-US" sz="1600" dirty="0" err="1" smtClean="0"/>
              <a:t>পর</a:t>
            </a:r>
            <a:r>
              <a:rPr lang="en-US" sz="1600" dirty="0" smtClean="0"/>
              <a:t> </a:t>
            </a:r>
            <a:r>
              <a:rPr lang="en-US" sz="1600" dirty="0" err="1" smtClean="0"/>
              <a:t>ঘুমের</a:t>
            </a:r>
            <a:r>
              <a:rPr lang="en-US" sz="1600" dirty="0" smtClean="0"/>
              <a:t> </a:t>
            </a:r>
            <a:r>
              <a:rPr lang="en-US" sz="1600" dirty="0" err="1" smtClean="0"/>
              <a:t>সুফল</a:t>
            </a:r>
            <a:r>
              <a:rPr lang="en-US" sz="1600" dirty="0" smtClean="0"/>
              <a:t> </a:t>
            </a:r>
            <a:r>
              <a:rPr lang="en-US" sz="1600" dirty="0" err="1" smtClean="0"/>
              <a:t>বৃদ্ধির</a:t>
            </a:r>
            <a:r>
              <a:rPr lang="en-US" sz="1600" dirty="0" smtClean="0"/>
              <a:t> </a:t>
            </a:r>
            <a:r>
              <a:rPr lang="en-US" sz="1600" dirty="0" err="1" smtClean="0"/>
              <a:t>হার</a:t>
            </a:r>
            <a:r>
              <a:rPr lang="en-US" sz="1600" dirty="0" smtClean="0"/>
              <a:t> </a:t>
            </a:r>
            <a:r>
              <a:rPr lang="en-US" sz="1600" dirty="0" err="1" smtClean="0"/>
              <a:t>অনেক</a:t>
            </a:r>
            <a:r>
              <a:rPr lang="en-US" sz="1600" dirty="0" smtClean="0"/>
              <a:t> </a:t>
            </a:r>
            <a:r>
              <a:rPr lang="en-US" sz="1600" dirty="0" err="1" smtClean="0"/>
              <a:t>কমে</a:t>
            </a:r>
            <a:r>
              <a:rPr lang="en-US" sz="1600" dirty="0" smtClean="0"/>
              <a:t> </a:t>
            </a:r>
            <a:r>
              <a:rPr lang="en-US" sz="1600" dirty="0" err="1" smtClean="0"/>
              <a:t>যায়</a:t>
            </a:r>
            <a:r>
              <a:rPr lang="en-US" sz="1600" dirty="0" smtClean="0"/>
              <a:t>। ৫-সাড়ে ৬ </a:t>
            </a:r>
            <a:r>
              <a:rPr lang="en-US" sz="1600" dirty="0" err="1" smtClean="0"/>
              <a:t>ঘন্টা</a:t>
            </a:r>
            <a:r>
              <a:rPr lang="en-US" sz="1600" dirty="0" smtClean="0"/>
              <a:t> </a:t>
            </a:r>
            <a:r>
              <a:rPr lang="en-US" sz="1600" dirty="0" err="1" smtClean="0"/>
              <a:t>অনেক</a:t>
            </a:r>
            <a:r>
              <a:rPr lang="en-US" sz="1600" dirty="0" smtClean="0"/>
              <a:t> </a:t>
            </a:r>
            <a:r>
              <a:rPr lang="en-US" sz="1600" dirty="0" err="1" smtClean="0"/>
              <a:t>বেশি</a:t>
            </a:r>
            <a:r>
              <a:rPr lang="en-US" sz="1600" dirty="0" smtClean="0"/>
              <a:t>। </a:t>
            </a:r>
          </a:p>
        </p:txBody>
      </p:sp>
      <p:sp>
        <p:nvSpPr>
          <p:cNvPr id="6" name="Content Placeholder 5"/>
          <p:cNvSpPr>
            <a:spLocks noGrp="1"/>
          </p:cNvSpPr>
          <p:nvPr>
            <p:ph sz="quarter" idx="4"/>
          </p:nvPr>
        </p:nvSpPr>
        <p:spPr/>
        <p:txBody>
          <a:bodyPr>
            <a:normAutofit/>
          </a:bodyPr>
          <a:lstStyle/>
          <a:p>
            <a:r>
              <a:rPr lang="en-US" sz="1600" dirty="0" err="1" smtClean="0"/>
              <a:t>পড়ার</a:t>
            </a:r>
            <a:r>
              <a:rPr lang="en-US" sz="1600" dirty="0" smtClean="0"/>
              <a:t> </a:t>
            </a:r>
            <a:r>
              <a:rPr lang="en-US" sz="1600" dirty="0" err="1" smtClean="0"/>
              <a:t>বেলায়</a:t>
            </a:r>
            <a:r>
              <a:rPr lang="en-US" sz="1600" dirty="0" smtClean="0"/>
              <a:t> </a:t>
            </a:r>
            <a:r>
              <a:rPr lang="en-US" sz="1600" dirty="0" err="1" smtClean="0"/>
              <a:t>এখন</a:t>
            </a:r>
            <a:r>
              <a:rPr lang="en-US" sz="1600" dirty="0" smtClean="0"/>
              <a:t> </a:t>
            </a:r>
            <a:r>
              <a:rPr lang="en-US" sz="1600" dirty="0" err="1" smtClean="0"/>
              <a:t>স্বাধীনতা</a:t>
            </a:r>
            <a:r>
              <a:rPr lang="en-US" sz="1600" dirty="0" smtClean="0"/>
              <a:t> </a:t>
            </a:r>
            <a:r>
              <a:rPr lang="en-US" sz="1600" dirty="0" err="1" smtClean="0"/>
              <a:t>তৈরি</a:t>
            </a:r>
            <a:r>
              <a:rPr lang="en-US" sz="1600" dirty="0" smtClean="0"/>
              <a:t> </a:t>
            </a:r>
            <a:r>
              <a:rPr lang="en-US" sz="1600" dirty="0" err="1" smtClean="0"/>
              <a:t>না</a:t>
            </a:r>
            <a:r>
              <a:rPr lang="en-US" sz="1600" dirty="0" smtClean="0"/>
              <a:t> </a:t>
            </a:r>
            <a:r>
              <a:rPr lang="en-US" sz="1600" dirty="0" err="1" smtClean="0"/>
              <a:t>করাটাই</a:t>
            </a:r>
            <a:r>
              <a:rPr lang="en-US" sz="1600" dirty="0" smtClean="0"/>
              <a:t> </a:t>
            </a:r>
            <a:r>
              <a:rPr lang="en-US" sz="1600" dirty="0" err="1" smtClean="0"/>
              <a:t>উত্তম</a:t>
            </a:r>
            <a:r>
              <a:rPr lang="en-US" sz="1600" dirty="0" smtClean="0"/>
              <a:t>।</a:t>
            </a:r>
            <a:endParaRPr lang="en-US" sz="1600" dirty="0"/>
          </a:p>
        </p:txBody>
      </p:sp>
      <p:sp>
        <p:nvSpPr>
          <p:cNvPr id="7" name="TextBox 6"/>
          <p:cNvSpPr txBox="1"/>
          <p:nvPr/>
        </p:nvSpPr>
        <p:spPr>
          <a:xfrm>
            <a:off x="381000" y="5867400"/>
            <a:ext cx="8534400" cy="369332"/>
          </a:xfrm>
          <a:prstGeom prst="rect">
            <a:avLst/>
          </a:prstGeom>
          <a:noFill/>
        </p:spPr>
        <p:txBody>
          <a:bodyPr wrap="square" rtlCol="0">
            <a:spAutoFit/>
          </a:bodyPr>
          <a:lstStyle/>
          <a:p>
            <a:pPr algn="ctr"/>
            <a:r>
              <a:rPr lang="en-US" dirty="0" err="1" smtClean="0"/>
              <a:t>এটা</a:t>
            </a:r>
            <a:r>
              <a:rPr lang="en-US" dirty="0" smtClean="0"/>
              <a:t> </a:t>
            </a:r>
            <a:r>
              <a:rPr lang="en-US" dirty="0" err="1" smtClean="0"/>
              <a:t>বোর্ড</a:t>
            </a:r>
            <a:r>
              <a:rPr lang="en-US" dirty="0" smtClean="0"/>
              <a:t> </a:t>
            </a:r>
            <a:r>
              <a:rPr lang="en-US" dirty="0" err="1" smtClean="0"/>
              <a:t>পরীক্ষা</a:t>
            </a:r>
            <a:r>
              <a:rPr lang="en-US" dirty="0" smtClean="0"/>
              <a:t>। </a:t>
            </a:r>
            <a:r>
              <a:rPr lang="en-US" dirty="0" err="1" smtClean="0"/>
              <a:t>বোর্ডের</a:t>
            </a:r>
            <a:r>
              <a:rPr lang="en-US" dirty="0" smtClean="0"/>
              <a:t> </a:t>
            </a:r>
            <a:r>
              <a:rPr lang="en-US" dirty="0" err="1" smtClean="0"/>
              <a:t>প্রস্তুতি</a:t>
            </a:r>
            <a:r>
              <a:rPr lang="en-US" dirty="0" smtClean="0"/>
              <a:t> </a:t>
            </a:r>
            <a:r>
              <a:rPr lang="en-US" dirty="0" err="1" smtClean="0"/>
              <a:t>আলাদা</a:t>
            </a:r>
            <a:r>
              <a:rPr lang="en-US" dirty="0" smtClean="0"/>
              <a:t>।</a:t>
            </a:r>
            <a:endParaRPr lang="en-US"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29200"/>
            <a:ext cx="8229600" cy="762000"/>
          </a:xfrm>
        </p:spPr>
        <p:txBody>
          <a:bodyPr>
            <a:normAutofit fontScale="90000"/>
          </a:bodyPr>
          <a:lstStyle/>
          <a:p>
            <a:r>
              <a:rPr lang="en-US" dirty="0" err="1" smtClean="0"/>
              <a:t>অসুস্থ-সুস্থ</a:t>
            </a:r>
            <a:endParaRPr lang="en-US" dirty="0"/>
          </a:p>
        </p:txBody>
      </p:sp>
      <p:sp>
        <p:nvSpPr>
          <p:cNvPr id="3" name="Text Placeholder 2"/>
          <p:cNvSpPr>
            <a:spLocks noGrp="1"/>
          </p:cNvSpPr>
          <p:nvPr>
            <p:ph type="body" idx="1"/>
          </p:nvPr>
        </p:nvSpPr>
        <p:spPr>
          <a:xfrm>
            <a:off x="457200" y="304800"/>
            <a:ext cx="4023360" cy="640080"/>
          </a:xfrm>
        </p:spPr>
        <p:txBody>
          <a:bodyPr/>
          <a:lstStyle/>
          <a:p>
            <a:pPr algn="ctr"/>
            <a:r>
              <a:rPr lang="en-US" dirty="0" err="1" smtClean="0"/>
              <a:t>আক্রান্ত</a:t>
            </a:r>
            <a:endParaRPr lang="en-US" dirty="0"/>
          </a:p>
        </p:txBody>
      </p:sp>
      <p:sp>
        <p:nvSpPr>
          <p:cNvPr id="4" name="Text Placeholder 3"/>
          <p:cNvSpPr>
            <a:spLocks noGrp="1"/>
          </p:cNvSpPr>
          <p:nvPr>
            <p:ph type="body" sz="half" idx="3"/>
          </p:nvPr>
        </p:nvSpPr>
        <p:spPr/>
        <p:txBody>
          <a:bodyPr/>
          <a:lstStyle/>
          <a:p>
            <a:pPr algn="ctr"/>
            <a:r>
              <a:rPr lang="en-US" dirty="0" err="1" smtClean="0"/>
              <a:t>সুস্থ</a:t>
            </a:r>
            <a:endParaRPr lang="en-US" dirty="0"/>
          </a:p>
        </p:txBody>
      </p:sp>
      <p:sp>
        <p:nvSpPr>
          <p:cNvPr id="5" name="Content Placeholder 4"/>
          <p:cNvSpPr>
            <a:spLocks noGrp="1"/>
          </p:cNvSpPr>
          <p:nvPr>
            <p:ph sz="quarter" idx="2"/>
          </p:nvPr>
        </p:nvSpPr>
        <p:spPr/>
        <p:txBody>
          <a:bodyPr/>
          <a:lstStyle/>
          <a:p>
            <a:r>
              <a:rPr lang="en-US" sz="1600" dirty="0" err="1" smtClean="0"/>
              <a:t>আপনি</a:t>
            </a:r>
            <a:r>
              <a:rPr lang="en-US" sz="1600" dirty="0" smtClean="0"/>
              <a:t> </a:t>
            </a:r>
            <a:r>
              <a:rPr lang="en-US" sz="1600" dirty="0" err="1" smtClean="0"/>
              <a:t>সুস্থ</a:t>
            </a:r>
            <a:r>
              <a:rPr lang="en-US" sz="1600" dirty="0" smtClean="0"/>
              <a:t> </a:t>
            </a:r>
            <a:r>
              <a:rPr lang="en-US" sz="1600" dirty="0" err="1" smtClean="0"/>
              <a:t>না</a:t>
            </a:r>
            <a:r>
              <a:rPr lang="en-US" sz="1600" dirty="0" smtClean="0"/>
              <a:t> </a:t>
            </a:r>
            <a:r>
              <a:rPr lang="en-US" sz="1600" dirty="0" err="1" smtClean="0"/>
              <a:t>থাকলে</a:t>
            </a:r>
            <a:r>
              <a:rPr lang="en-US" sz="1600" dirty="0" smtClean="0"/>
              <a:t> </a:t>
            </a:r>
            <a:r>
              <a:rPr lang="en-US" sz="1600" dirty="0" err="1" smtClean="0"/>
              <a:t>আমার</a:t>
            </a:r>
            <a:r>
              <a:rPr lang="en-US" sz="1600" dirty="0" smtClean="0"/>
              <a:t> </a:t>
            </a:r>
            <a:r>
              <a:rPr lang="en-US" sz="1600" dirty="0" err="1" smtClean="0"/>
              <a:t>পরিকল্পনা</a:t>
            </a:r>
            <a:r>
              <a:rPr lang="en-US" sz="1600" dirty="0" smtClean="0"/>
              <a:t> </a:t>
            </a:r>
            <a:r>
              <a:rPr lang="en-US" sz="1600" dirty="0" err="1" smtClean="0"/>
              <a:t>আপনার</a:t>
            </a:r>
            <a:r>
              <a:rPr lang="en-US" sz="1600" dirty="0" smtClean="0"/>
              <a:t> </a:t>
            </a:r>
            <a:r>
              <a:rPr lang="en-US" sz="1600" dirty="0" err="1" smtClean="0"/>
              <a:t>কোন</a:t>
            </a:r>
            <a:r>
              <a:rPr lang="en-US" sz="1600" dirty="0" smtClean="0"/>
              <a:t> </a:t>
            </a:r>
            <a:r>
              <a:rPr lang="en-US" sz="1600" dirty="0" err="1" smtClean="0"/>
              <a:t>কাজে</a:t>
            </a:r>
            <a:r>
              <a:rPr lang="en-US" sz="1600" dirty="0" smtClean="0"/>
              <a:t> </a:t>
            </a:r>
            <a:r>
              <a:rPr lang="en-US" sz="1600" dirty="0" err="1" smtClean="0"/>
              <a:t>আসবে</a:t>
            </a:r>
            <a:r>
              <a:rPr lang="en-US" sz="1600" dirty="0" smtClean="0"/>
              <a:t> </a:t>
            </a:r>
            <a:r>
              <a:rPr lang="en-US" sz="1600" dirty="0" err="1" smtClean="0"/>
              <a:t>না</a:t>
            </a:r>
            <a:r>
              <a:rPr lang="en-US" sz="1600" dirty="0" smtClean="0"/>
              <a:t>, </a:t>
            </a:r>
            <a:r>
              <a:rPr lang="en-US" sz="1600" dirty="0" err="1" smtClean="0"/>
              <a:t>শুধু</a:t>
            </a:r>
            <a:r>
              <a:rPr lang="en-US" sz="1600" dirty="0" smtClean="0"/>
              <a:t> </a:t>
            </a:r>
            <a:r>
              <a:rPr lang="en-US" sz="1600" dirty="0" err="1" smtClean="0"/>
              <a:t>কাজে</a:t>
            </a:r>
            <a:r>
              <a:rPr lang="en-US" sz="1600" dirty="0" smtClean="0"/>
              <a:t> </a:t>
            </a:r>
            <a:r>
              <a:rPr lang="en-US" sz="1600" dirty="0" err="1" smtClean="0"/>
              <a:t>আসবে</a:t>
            </a:r>
            <a:r>
              <a:rPr lang="en-US" sz="1600" dirty="0" smtClean="0"/>
              <a:t> </a:t>
            </a:r>
            <a:r>
              <a:rPr lang="en-US" sz="1600" dirty="0" err="1" smtClean="0"/>
              <a:t>আমার</a:t>
            </a:r>
            <a:r>
              <a:rPr lang="en-US" sz="1600" dirty="0" smtClean="0"/>
              <a:t> </a:t>
            </a:r>
            <a:r>
              <a:rPr lang="en-US" sz="1600" dirty="0" err="1" smtClean="0"/>
              <a:t>নির্দেশনা</a:t>
            </a:r>
            <a:r>
              <a:rPr lang="en-US" sz="1600" dirty="0" smtClean="0"/>
              <a:t>।</a:t>
            </a:r>
          </a:p>
          <a:p>
            <a:r>
              <a:rPr lang="en-US" sz="1600" dirty="0" err="1" smtClean="0"/>
              <a:t>কিছু</a:t>
            </a:r>
            <a:r>
              <a:rPr lang="en-US" sz="1600" dirty="0" smtClean="0"/>
              <a:t> </a:t>
            </a:r>
            <a:r>
              <a:rPr lang="en-US" sz="1600" dirty="0" err="1" smtClean="0"/>
              <a:t>করার</a:t>
            </a:r>
            <a:r>
              <a:rPr lang="en-US" sz="1600" dirty="0" smtClean="0"/>
              <a:t> </a:t>
            </a:r>
            <a:r>
              <a:rPr lang="en-US" sz="1600" dirty="0" err="1" smtClean="0"/>
              <a:t>নেই</a:t>
            </a:r>
            <a:r>
              <a:rPr lang="en-US" sz="1600" dirty="0" smtClean="0"/>
              <a:t> </a:t>
            </a:r>
            <a:r>
              <a:rPr lang="en-US" sz="1600" dirty="0" err="1" smtClean="0"/>
              <a:t>আমার</a:t>
            </a:r>
            <a:r>
              <a:rPr lang="en-US" sz="1600" dirty="0" smtClean="0"/>
              <a:t> </a:t>
            </a:r>
            <a:r>
              <a:rPr lang="en-US" sz="1600" dirty="0" err="1" smtClean="0"/>
              <a:t>আপনার</a:t>
            </a:r>
            <a:r>
              <a:rPr lang="en-US" sz="1600" dirty="0" smtClean="0"/>
              <a:t>। </a:t>
            </a:r>
            <a:r>
              <a:rPr lang="en-US" sz="1600" dirty="0" err="1" smtClean="0"/>
              <a:t>আপনি</a:t>
            </a:r>
            <a:r>
              <a:rPr lang="en-US" sz="1600" dirty="0" smtClean="0"/>
              <a:t> </a:t>
            </a:r>
            <a:r>
              <a:rPr lang="en-US" sz="1600" dirty="0" err="1" smtClean="0"/>
              <a:t>পড়তে</a:t>
            </a:r>
            <a:r>
              <a:rPr lang="en-US" sz="1600" dirty="0" smtClean="0"/>
              <a:t> </a:t>
            </a:r>
            <a:r>
              <a:rPr lang="en-US" sz="1600" dirty="0" err="1" smtClean="0"/>
              <a:t>পারেন</a:t>
            </a:r>
            <a:r>
              <a:rPr lang="en-US" sz="1600" dirty="0" smtClean="0"/>
              <a:t> </a:t>
            </a:r>
            <a:r>
              <a:rPr lang="en-US" sz="1600" dirty="0" err="1" smtClean="0"/>
              <a:t>কিন্তু</a:t>
            </a:r>
            <a:r>
              <a:rPr lang="en-US" sz="1600" dirty="0" smtClean="0"/>
              <a:t> </a:t>
            </a:r>
            <a:r>
              <a:rPr lang="en-US" sz="1600" dirty="0" err="1" smtClean="0"/>
              <a:t>আমি</a:t>
            </a:r>
            <a:r>
              <a:rPr lang="en-US" sz="1600" dirty="0" smtClean="0"/>
              <a:t> </a:t>
            </a:r>
            <a:r>
              <a:rPr lang="en-US" sz="1600" dirty="0" err="1" smtClean="0"/>
              <a:t>না</a:t>
            </a:r>
            <a:r>
              <a:rPr lang="en-US" sz="1600" dirty="0" smtClean="0"/>
              <a:t>।</a:t>
            </a:r>
          </a:p>
        </p:txBody>
      </p:sp>
      <p:sp>
        <p:nvSpPr>
          <p:cNvPr id="6" name="Content Placeholder 5"/>
          <p:cNvSpPr>
            <a:spLocks noGrp="1"/>
          </p:cNvSpPr>
          <p:nvPr>
            <p:ph sz="quarter" idx="4"/>
          </p:nvPr>
        </p:nvSpPr>
        <p:spPr/>
        <p:txBody>
          <a:bodyPr>
            <a:normAutofit/>
          </a:bodyPr>
          <a:lstStyle/>
          <a:p>
            <a:r>
              <a:rPr lang="en-US" sz="1600" dirty="0" err="1" smtClean="0"/>
              <a:t>তাহলে</a:t>
            </a:r>
            <a:r>
              <a:rPr lang="en-US" sz="1600" dirty="0" smtClean="0"/>
              <a:t> </a:t>
            </a:r>
            <a:r>
              <a:rPr lang="en-US" sz="1600" dirty="0" err="1" smtClean="0"/>
              <a:t>কাজে</a:t>
            </a:r>
            <a:r>
              <a:rPr lang="en-US" sz="1600" dirty="0" smtClean="0"/>
              <a:t> </a:t>
            </a:r>
            <a:r>
              <a:rPr lang="en-US" sz="1600" dirty="0" err="1" smtClean="0"/>
              <a:t>লেগে</a:t>
            </a:r>
            <a:r>
              <a:rPr lang="en-US" sz="1600" dirty="0" smtClean="0"/>
              <a:t> </a:t>
            </a:r>
            <a:r>
              <a:rPr lang="en-US" sz="1600" dirty="0" err="1" smtClean="0"/>
              <a:t>থাকা</a:t>
            </a:r>
            <a:r>
              <a:rPr lang="en-US" sz="1600" dirty="0" smtClean="0"/>
              <a:t> </a:t>
            </a:r>
            <a:r>
              <a:rPr lang="en-US" sz="1600" dirty="0" err="1" smtClean="0"/>
              <a:t>লাগবে</a:t>
            </a:r>
            <a:r>
              <a:rPr lang="en-US" sz="1600" dirty="0" smtClean="0"/>
              <a:t>।</a:t>
            </a:r>
            <a:endParaRPr lang="en-US" sz="1600" dirty="0"/>
          </a:p>
        </p:txBody>
      </p:sp>
      <p:sp>
        <p:nvSpPr>
          <p:cNvPr id="7" name="TextBox 6"/>
          <p:cNvSpPr txBox="1"/>
          <p:nvPr/>
        </p:nvSpPr>
        <p:spPr>
          <a:xfrm>
            <a:off x="381000" y="5867400"/>
            <a:ext cx="8534400" cy="369332"/>
          </a:xfrm>
          <a:prstGeom prst="rect">
            <a:avLst/>
          </a:prstGeom>
          <a:noFill/>
        </p:spPr>
        <p:txBody>
          <a:bodyPr wrap="square" rtlCol="0">
            <a:spAutoFit/>
          </a:bodyPr>
          <a:lstStyle/>
          <a:p>
            <a:pPr algn="ctr"/>
            <a:r>
              <a:rPr lang="en-US" dirty="0" err="1" smtClean="0"/>
              <a:t>এটা</a:t>
            </a:r>
            <a:r>
              <a:rPr lang="en-US" dirty="0" smtClean="0"/>
              <a:t> </a:t>
            </a:r>
            <a:r>
              <a:rPr lang="en-US" dirty="0" err="1" smtClean="0"/>
              <a:t>বোর্ড</a:t>
            </a:r>
            <a:r>
              <a:rPr lang="en-US" dirty="0" smtClean="0"/>
              <a:t> </a:t>
            </a:r>
            <a:r>
              <a:rPr lang="en-US" dirty="0" err="1" smtClean="0"/>
              <a:t>পরীক্ষা</a:t>
            </a:r>
            <a:r>
              <a:rPr lang="en-US" dirty="0" smtClean="0"/>
              <a:t>। </a:t>
            </a:r>
            <a:r>
              <a:rPr lang="en-US" dirty="0" err="1" smtClean="0"/>
              <a:t>বোর্ডের</a:t>
            </a:r>
            <a:r>
              <a:rPr lang="en-US" dirty="0" smtClean="0"/>
              <a:t> </a:t>
            </a:r>
            <a:r>
              <a:rPr lang="en-US" dirty="0" err="1" smtClean="0"/>
              <a:t>প্রস্তুতি</a:t>
            </a:r>
            <a:r>
              <a:rPr lang="en-US" dirty="0" smtClean="0"/>
              <a:t> </a:t>
            </a:r>
            <a:r>
              <a:rPr lang="en-US" dirty="0" err="1" smtClean="0"/>
              <a:t>আলাদা</a:t>
            </a:r>
            <a:r>
              <a:rPr lang="en-US" dirty="0" smtClean="0"/>
              <a:t>।</a:t>
            </a:r>
            <a:endParaRPr lang="en-US"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ধাপ</a:t>
            </a:r>
            <a:r>
              <a:rPr lang="en-US" dirty="0" smtClean="0"/>
              <a:t> </a:t>
            </a:r>
            <a:r>
              <a:rPr lang="en-US" dirty="0" smtClean="0"/>
              <a:t>৩ </a:t>
            </a:r>
            <a:r>
              <a:rPr lang="en-US" dirty="0" smtClean="0"/>
              <a:t>– </a:t>
            </a:r>
            <a:r>
              <a:rPr lang="en-US" dirty="0" err="1" smtClean="0"/>
              <a:t>পরিকল্পনা</a:t>
            </a:r>
            <a:endParaRPr lang="en-US" dirty="0"/>
          </a:p>
        </p:txBody>
      </p:sp>
      <p:sp>
        <p:nvSpPr>
          <p:cNvPr id="3" name="Text Placeholder 2"/>
          <p:cNvSpPr>
            <a:spLocks noGrp="1"/>
          </p:cNvSpPr>
          <p:nvPr>
            <p:ph type="body" idx="1"/>
          </p:nvPr>
        </p:nvSpPr>
        <p:spPr/>
        <p:txBody>
          <a:bodyPr/>
          <a:lstStyle/>
          <a:p>
            <a:r>
              <a:rPr lang="en-US" dirty="0" err="1" smtClean="0"/>
              <a:t>পরিকল্পনার</a:t>
            </a:r>
            <a:r>
              <a:rPr lang="en-US" dirty="0" smtClean="0"/>
              <a:t> </a:t>
            </a:r>
            <a:r>
              <a:rPr lang="en-US" dirty="0" err="1" smtClean="0"/>
              <a:t>আসল</a:t>
            </a:r>
            <a:r>
              <a:rPr lang="en-US" dirty="0" smtClean="0"/>
              <a:t> </a:t>
            </a:r>
            <a:r>
              <a:rPr lang="en-US" dirty="0" err="1" smtClean="0"/>
              <a:t>ধাপ</a:t>
            </a:r>
            <a:r>
              <a:rPr lang="en-US" dirty="0" smtClean="0"/>
              <a:t>…</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4114800"/>
          </a:xfrm>
        </p:spPr>
        <p:txBody>
          <a:bodyPr/>
          <a:lstStyle/>
          <a:p>
            <a:r>
              <a:rPr lang="en-US" dirty="0" err="1" smtClean="0"/>
              <a:t>পরিকল্পনা</a:t>
            </a:r>
            <a:r>
              <a:rPr lang="en-US" dirty="0" smtClean="0"/>
              <a:t> </a:t>
            </a:r>
            <a:r>
              <a:rPr lang="en-US" dirty="0" err="1" smtClean="0"/>
              <a:t>করা</a:t>
            </a:r>
            <a:r>
              <a:rPr lang="en-US" dirty="0" smtClean="0"/>
              <a:t> </a:t>
            </a:r>
            <a:r>
              <a:rPr lang="en-US" dirty="0" err="1" smtClean="0"/>
              <a:t>শুধুমাত্র</a:t>
            </a:r>
            <a:r>
              <a:rPr lang="en-US" dirty="0" smtClean="0"/>
              <a:t> </a:t>
            </a:r>
            <a:r>
              <a:rPr lang="en-US" dirty="0" err="1" smtClean="0"/>
              <a:t>লক্ষ্য</a:t>
            </a:r>
            <a:r>
              <a:rPr lang="en-US" dirty="0" smtClean="0"/>
              <a:t> </a:t>
            </a:r>
            <a:r>
              <a:rPr lang="en-US" dirty="0" err="1" smtClean="0"/>
              <a:t>স্থির</a:t>
            </a:r>
            <a:r>
              <a:rPr lang="en-US" dirty="0" smtClean="0"/>
              <a:t> </a:t>
            </a:r>
            <a:r>
              <a:rPr lang="en-US" dirty="0" err="1" smtClean="0"/>
              <a:t>করাই</a:t>
            </a:r>
            <a:r>
              <a:rPr lang="en-US" dirty="0" smtClean="0"/>
              <a:t> </a:t>
            </a:r>
            <a:r>
              <a:rPr lang="en-US" dirty="0" err="1" smtClean="0"/>
              <a:t>না</a:t>
            </a:r>
            <a:r>
              <a:rPr lang="en-US" dirty="0" smtClean="0"/>
              <a:t>, </a:t>
            </a:r>
            <a:r>
              <a:rPr lang="en-US" dirty="0" err="1" smtClean="0"/>
              <a:t>লক্ষ্যে</a:t>
            </a:r>
            <a:r>
              <a:rPr lang="en-US" dirty="0" smtClean="0"/>
              <a:t> </a:t>
            </a:r>
            <a:r>
              <a:rPr lang="en-US" dirty="0" err="1" smtClean="0"/>
              <a:t>পৌছানোর</a:t>
            </a:r>
            <a:r>
              <a:rPr lang="en-US" dirty="0" smtClean="0"/>
              <a:t> </a:t>
            </a:r>
            <a:r>
              <a:rPr lang="en-US" dirty="0" err="1" smtClean="0"/>
              <a:t>জন্য</a:t>
            </a:r>
            <a:r>
              <a:rPr lang="en-US" dirty="0" smtClean="0"/>
              <a:t> </a:t>
            </a:r>
            <a:r>
              <a:rPr lang="en-US" dirty="0" err="1" smtClean="0"/>
              <a:t>হাতে</a:t>
            </a:r>
            <a:r>
              <a:rPr lang="en-US" dirty="0" smtClean="0"/>
              <a:t> </a:t>
            </a:r>
            <a:r>
              <a:rPr lang="en-US" dirty="0" err="1" smtClean="0"/>
              <a:t>থাকা</a:t>
            </a:r>
            <a:r>
              <a:rPr lang="en-US" dirty="0" smtClean="0"/>
              <a:t> </a:t>
            </a:r>
            <a:r>
              <a:rPr lang="en-US" dirty="0" err="1" smtClean="0"/>
              <a:t>রসদ</a:t>
            </a:r>
            <a:r>
              <a:rPr lang="en-US" dirty="0" smtClean="0"/>
              <a:t>, </a:t>
            </a:r>
            <a:r>
              <a:rPr lang="en-US" dirty="0" err="1" smtClean="0"/>
              <a:t>অস্ত্র</a:t>
            </a:r>
            <a:r>
              <a:rPr lang="en-US" dirty="0" smtClean="0"/>
              <a:t> </a:t>
            </a:r>
            <a:r>
              <a:rPr lang="en-US" dirty="0" err="1" smtClean="0"/>
              <a:t>আর</a:t>
            </a:r>
            <a:r>
              <a:rPr lang="en-US" dirty="0" smtClean="0"/>
              <a:t> </a:t>
            </a:r>
            <a:r>
              <a:rPr lang="en-US" dirty="0" err="1" smtClean="0"/>
              <a:t>সময়</a:t>
            </a:r>
            <a:r>
              <a:rPr lang="en-US" dirty="0" smtClean="0"/>
              <a:t> </a:t>
            </a:r>
            <a:r>
              <a:rPr lang="en-US" dirty="0" err="1" smtClean="0"/>
              <a:t>কোন</a:t>
            </a:r>
            <a:r>
              <a:rPr lang="en-US" dirty="0" smtClean="0"/>
              <a:t> </a:t>
            </a:r>
            <a:r>
              <a:rPr lang="en-US" dirty="0" err="1" smtClean="0"/>
              <a:t>পদ্ধতিতে</a:t>
            </a:r>
            <a:r>
              <a:rPr lang="en-US" dirty="0" smtClean="0"/>
              <a:t> </a:t>
            </a:r>
            <a:r>
              <a:rPr lang="en-US" dirty="0" err="1" smtClean="0"/>
              <a:t>এবং</a:t>
            </a:r>
            <a:r>
              <a:rPr lang="en-US" dirty="0" smtClean="0"/>
              <a:t> </a:t>
            </a:r>
            <a:r>
              <a:rPr lang="en-US" dirty="0" err="1" smtClean="0"/>
              <a:t>কোন</a:t>
            </a:r>
            <a:r>
              <a:rPr lang="en-US" dirty="0" smtClean="0"/>
              <a:t> </a:t>
            </a:r>
            <a:r>
              <a:rPr lang="en-US" dirty="0" err="1" smtClean="0"/>
              <a:t>কারণে</a:t>
            </a:r>
            <a:r>
              <a:rPr lang="en-US" dirty="0" smtClean="0"/>
              <a:t> </a:t>
            </a:r>
            <a:r>
              <a:rPr lang="en-US" dirty="0" err="1" smtClean="0"/>
              <a:t>ব্যবহার</a:t>
            </a:r>
            <a:r>
              <a:rPr lang="en-US" dirty="0" smtClean="0"/>
              <a:t> </a:t>
            </a:r>
            <a:r>
              <a:rPr lang="en-US" dirty="0" err="1" smtClean="0"/>
              <a:t>করা</a:t>
            </a:r>
            <a:r>
              <a:rPr lang="en-US" dirty="0" smtClean="0"/>
              <a:t> </a:t>
            </a:r>
            <a:r>
              <a:rPr lang="en-US" dirty="0" err="1" smtClean="0"/>
              <a:t>হবে</a:t>
            </a:r>
            <a:r>
              <a:rPr lang="en-US" dirty="0" smtClean="0"/>
              <a:t> </a:t>
            </a:r>
            <a:r>
              <a:rPr lang="en-US" dirty="0" err="1" smtClean="0"/>
              <a:t>তা</a:t>
            </a:r>
            <a:r>
              <a:rPr lang="en-US" dirty="0" smtClean="0"/>
              <a:t> </a:t>
            </a:r>
            <a:r>
              <a:rPr lang="en-US" dirty="0" err="1" smtClean="0"/>
              <a:t>নির্ধারণ</a:t>
            </a:r>
            <a:r>
              <a:rPr lang="en-US" dirty="0" smtClean="0"/>
              <a:t> </a:t>
            </a:r>
            <a:r>
              <a:rPr lang="en-US" dirty="0" err="1" smtClean="0"/>
              <a:t>করাটাও</a:t>
            </a:r>
            <a:r>
              <a:rPr lang="en-US" dirty="0" smtClean="0"/>
              <a:t> </a:t>
            </a:r>
            <a:r>
              <a:rPr lang="en-US" dirty="0" err="1" smtClean="0"/>
              <a:t>অনেক</a:t>
            </a:r>
            <a:r>
              <a:rPr lang="en-US" dirty="0" smtClean="0"/>
              <a:t> </a:t>
            </a:r>
            <a:r>
              <a:rPr lang="en-US" dirty="0" err="1" smtClean="0"/>
              <a:t>দরকারি</a:t>
            </a:r>
            <a:r>
              <a:rPr lang="en-US" dirty="0" smtClean="0"/>
              <a:t>।</a:t>
            </a:r>
            <a:endParaRPr lang="en-US" dirty="0"/>
          </a:p>
        </p:txBody>
      </p:sp>
      <p:pic>
        <p:nvPicPr>
          <p:cNvPr id="5" name="Picture Placeholder 4" descr="GettyImages-3319335-91e39f9.jpg"/>
          <p:cNvPicPr>
            <a:picLocks noGrp="1" noChangeAspect="1"/>
          </p:cNvPicPr>
          <p:nvPr>
            <p:ph type="pic" idx="1"/>
          </p:nvPr>
        </p:nvPicPr>
        <p:blipFill>
          <a:blip r:embed="rId3"/>
          <a:srcRect l="8119" r="8119"/>
          <a:stretch>
            <a:fillRect/>
          </a:stretch>
        </p:blipFill>
        <p:spPr>
          <a:xfrm>
            <a:off x="838200" y="1143000"/>
            <a:ext cx="4419600" cy="3514531"/>
          </a:xfrm>
        </p:spPr>
      </p:pic>
      <p:sp>
        <p:nvSpPr>
          <p:cNvPr id="4" name="Text Placeholder 3"/>
          <p:cNvSpPr>
            <a:spLocks noGrp="1"/>
          </p:cNvSpPr>
          <p:nvPr>
            <p:ph type="body" sz="half" idx="2"/>
          </p:nvPr>
        </p:nvSpPr>
        <p:spPr/>
        <p:txBody>
          <a:bodyPr/>
          <a:lstStyle/>
          <a:p>
            <a:r>
              <a:rPr lang="en-US" dirty="0" err="1" smtClean="0"/>
              <a:t>এডলফ</a:t>
            </a:r>
            <a:r>
              <a:rPr lang="en-US" dirty="0" smtClean="0"/>
              <a:t> </a:t>
            </a:r>
            <a:r>
              <a:rPr lang="en-US" dirty="0" err="1" smtClean="0"/>
              <a:t>হিটলার</a:t>
            </a:r>
            <a:r>
              <a:rPr lang="en-US" dirty="0" smtClean="0"/>
              <a:t>, </a:t>
            </a:r>
            <a:r>
              <a:rPr lang="en-US" dirty="0" err="1" smtClean="0"/>
              <a:t>তার</a:t>
            </a:r>
            <a:r>
              <a:rPr lang="en-US" dirty="0" smtClean="0"/>
              <a:t> </a:t>
            </a:r>
            <a:r>
              <a:rPr lang="en-US" dirty="0" err="1" smtClean="0"/>
              <a:t>জেনারেলদের</a:t>
            </a:r>
            <a:r>
              <a:rPr lang="en-US" dirty="0" smtClean="0"/>
              <a:t> </a:t>
            </a:r>
            <a:r>
              <a:rPr lang="en-US" dirty="0" err="1" smtClean="0"/>
              <a:t>সাথে</a:t>
            </a:r>
            <a:r>
              <a:rPr lang="en-US" dirty="0" smtClean="0"/>
              <a:t>…</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পরিকল্পনার</a:t>
            </a:r>
            <a:r>
              <a:rPr lang="en-US" dirty="0" smtClean="0"/>
              <a:t> </a:t>
            </a:r>
            <a:r>
              <a:rPr lang="en-US" dirty="0" err="1" smtClean="0"/>
              <a:t>আগে</a:t>
            </a:r>
            <a:r>
              <a:rPr lang="en-US" dirty="0" smtClean="0"/>
              <a:t>…</a:t>
            </a:r>
            <a:endParaRPr lang="en-US" dirty="0"/>
          </a:p>
        </p:txBody>
      </p:sp>
      <p:sp>
        <p:nvSpPr>
          <p:cNvPr id="3" name="Content Placeholder 2"/>
          <p:cNvSpPr>
            <a:spLocks noGrp="1"/>
          </p:cNvSpPr>
          <p:nvPr>
            <p:ph idx="1"/>
          </p:nvPr>
        </p:nvSpPr>
        <p:spPr/>
        <p:txBody>
          <a:bodyPr>
            <a:normAutofit/>
          </a:bodyPr>
          <a:lstStyle/>
          <a:p>
            <a:r>
              <a:rPr lang="en-US" sz="2000" dirty="0" err="1" smtClean="0"/>
              <a:t>এখন</a:t>
            </a:r>
            <a:r>
              <a:rPr lang="en-US" sz="2000" dirty="0" smtClean="0"/>
              <a:t> </a:t>
            </a:r>
            <a:r>
              <a:rPr lang="en-US" sz="2000" dirty="0" err="1" smtClean="0"/>
              <a:t>আমি</a:t>
            </a:r>
            <a:r>
              <a:rPr lang="en-US" sz="2000" dirty="0" smtClean="0"/>
              <a:t> </a:t>
            </a:r>
            <a:r>
              <a:rPr lang="en-US" sz="2000" dirty="0" err="1" smtClean="0"/>
              <a:t>আমার</a:t>
            </a:r>
            <a:r>
              <a:rPr lang="en-US" sz="2000" dirty="0" smtClean="0"/>
              <a:t> </a:t>
            </a:r>
            <a:r>
              <a:rPr lang="en-US" sz="2000" dirty="0" err="1" smtClean="0"/>
              <a:t>অবস্থার</a:t>
            </a:r>
            <a:r>
              <a:rPr lang="en-US" sz="2000" dirty="0" smtClean="0"/>
              <a:t> </a:t>
            </a:r>
            <a:r>
              <a:rPr lang="en-US" sz="2000" dirty="0" err="1" smtClean="0"/>
              <a:t>উপর</a:t>
            </a:r>
            <a:r>
              <a:rPr lang="en-US" sz="2000" dirty="0" smtClean="0"/>
              <a:t> </a:t>
            </a:r>
            <a:r>
              <a:rPr lang="en-US" sz="2000" dirty="0" err="1" smtClean="0"/>
              <a:t>ভিত্তি</a:t>
            </a:r>
            <a:r>
              <a:rPr lang="en-US" sz="2000" dirty="0" smtClean="0"/>
              <a:t> </a:t>
            </a:r>
            <a:r>
              <a:rPr lang="en-US" sz="2000" dirty="0" err="1" smtClean="0"/>
              <a:t>করে</a:t>
            </a:r>
            <a:r>
              <a:rPr lang="en-US" sz="2000" dirty="0" smtClean="0"/>
              <a:t> </a:t>
            </a:r>
            <a:r>
              <a:rPr lang="en-US" sz="2000" dirty="0" err="1" smtClean="0"/>
              <a:t>আমার</a:t>
            </a:r>
            <a:r>
              <a:rPr lang="en-US" sz="2000" dirty="0" smtClean="0"/>
              <a:t> </a:t>
            </a:r>
            <a:r>
              <a:rPr lang="en-US" sz="2000" dirty="0" err="1" smtClean="0"/>
              <a:t>ইন্টেলগুলো</a:t>
            </a:r>
            <a:r>
              <a:rPr lang="en-US" sz="2000" dirty="0" smtClean="0"/>
              <a:t> </a:t>
            </a:r>
            <a:r>
              <a:rPr lang="en-US" sz="2000" dirty="0" err="1" smtClean="0"/>
              <a:t>মিলিয়ে</a:t>
            </a:r>
            <a:r>
              <a:rPr lang="en-US" sz="2000" dirty="0" smtClean="0"/>
              <a:t> </a:t>
            </a:r>
            <a:r>
              <a:rPr lang="en-US" sz="2000" dirty="0" err="1" smtClean="0"/>
              <a:t>একটা</a:t>
            </a:r>
            <a:r>
              <a:rPr lang="en-US" sz="2000" dirty="0" smtClean="0"/>
              <a:t> </a:t>
            </a:r>
            <a:r>
              <a:rPr lang="en-US" sz="2000" dirty="0" err="1" smtClean="0"/>
              <a:t>পরিকল্পনা</a:t>
            </a:r>
            <a:r>
              <a:rPr lang="en-US" sz="2000" dirty="0" smtClean="0"/>
              <a:t> </a:t>
            </a:r>
            <a:r>
              <a:rPr lang="en-US" sz="2000" dirty="0" err="1" smtClean="0"/>
              <a:t>গঠনের</a:t>
            </a:r>
            <a:r>
              <a:rPr lang="en-US" sz="2000" dirty="0" smtClean="0"/>
              <a:t> </a:t>
            </a:r>
            <a:r>
              <a:rPr lang="en-US" sz="2000" dirty="0" err="1" smtClean="0"/>
              <a:t>প্রক্রিয়া</a:t>
            </a:r>
            <a:r>
              <a:rPr lang="en-US" sz="2000" dirty="0" smtClean="0"/>
              <a:t> </a:t>
            </a:r>
            <a:r>
              <a:rPr lang="en-US" sz="2000" dirty="0" err="1" smtClean="0"/>
              <a:t>দেখাতে</a:t>
            </a:r>
            <a:r>
              <a:rPr lang="en-US" sz="2000" dirty="0" smtClean="0"/>
              <a:t> </a:t>
            </a:r>
            <a:r>
              <a:rPr lang="en-US" sz="2000" dirty="0" err="1" smtClean="0"/>
              <a:t>চলেছি</a:t>
            </a:r>
            <a:r>
              <a:rPr lang="en-US" sz="2000" dirty="0" smtClean="0"/>
              <a:t>।</a:t>
            </a:r>
          </a:p>
          <a:p>
            <a:endParaRPr lang="en-US" sz="2000" dirty="0" smtClean="0"/>
          </a:p>
          <a:p>
            <a:r>
              <a:rPr lang="en-US" sz="2000" dirty="0" err="1" smtClean="0"/>
              <a:t>সব</a:t>
            </a:r>
            <a:r>
              <a:rPr lang="en-US" sz="2000" dirty="0" smtClean="0"/>
              <a:t> </a:t>
            </a:r>
            <a:r>
              <a:rPr lang="en-US" sz="2000" dirty="0" err="1" smtClean="0"/>
              <a:t>বড়</a:t>
            </a:r>
            <a:r>
              <a:rPr lang="en-US" sz="2000" dirty="0" smtClean="0"/>
              <a:t> </a:t>
            </a:r>
            <a:r>
              <a:rPr lang="en-US" sz="2000" dirty="0" err="1" smtClean="0"/>
              <a:t>বড়</a:t>
            </a:r>
            <a:r>
              <a:rPr lang="en-US" sz="2000" dirty="0" smtClean="0"/>
              <a:t> </a:t>
            </a:r>
            <a:r>
              <a:rPr lang="en-US" sz="2000" dirty="0" err="1" smtClean="0"/>
              <a:t>অপারেশনের</a:t>
            </a:r>
            <a:r>
              <a:rPr lang="en-US" sz="2000" dirty="0" smtClean="0"/>
              <a:t> </a:t>
            </a:r>
            <a:r>
              <a:rPr lang="en-US" sz="2000" dirty="0" err="1" smtClean="0"/>
              <a:t>একটা</a:t>
            </a:r>
            <a:r>
              <a:rPr lang="en-US" sz="2000" dirty="0" smtClean="0"/>
              <a:t> </a:t>
            </a:r>
            <a:r>
              <a:rPr lang="en-US" sz="2000" dirty="0" err="1" smtClean="0"/>
              <a:t>নাম</a:t>
            </a:r>
            <a:r>
              <a:rPr lang="en-US" sz="2000" dirty="0" smtClean="0"/>
              <a:t> </a:t>
            </a:r>
            <a:r>
              <a:rPr lang="en-US" sz="2000" dirty="0" err="1" smtClean="0"/>
              <a:t>দেয়া</a:t>
            </a:r>
            <a:r>
              <a:rPr lang="en-US" sz="2000" dirty="0" smtClean="0"/>
              <a:t> </a:t>
            </a:r>
            <a:r>
              <a:rPr lang="en-US" sz="2000" dirty="0" err="1" smtClean="0"/>
              <a:t>হয়</a:t>
            </a:r>
            <a:r>
              <a:rPr lang="en-US" sz="2000" dirty="0" smtClean="0"/>
              <a:t> </a:t>
            </a:r>
            <a:r>
              <a:rPr lang="en-US" sz="2000" dirty="0" err="1" smtClean="0"/>
              <a:t>মিলিটারিতে</a:t>
            </a:r>
            <a:r>
              <a:rPr lang="en-US" sz="2000" dirty="0" smtClean="0"/>
              <a:t>, </a:t>
            </a:r>
            <a:r>
              <a:rPr lang="en-US" sz="2000" dirty="0" err="1" smtClean="0"/>
              <a:t>আমিও</a:t>
            </a:r>
            <a:r>
              <a:rPr lang="en-US" sz="2000" dirty="0" smtClean="0"/>
              <a:t> </a:t>
            </a:r>
            <a:r>
              <a:rPr lang="en-US" sz="2000" dirty="0" err="1" smtClean="0"/>
              <a:t>সেরকম</a:t>
            </a:r>
            <a:r>
              <a:rPr lang="en-US" sz="2000" dirty="0" smtClean="0"/>
              <a:t> </a:t>
            </a:r>
            <a:r>
              <a:rPr lang="en-US" sz="2000" dirty="0" err="1" smtClean="0"/>
              <a:t>একটা</a:t>
            </a:r>
            <a:r>
              <a:rPr lang="en-US" sz="2000" dirty="0" smtClean="0"/>
              <a:t> </a:t>
            </a:r>
            <a:r>
              <a:rPr lang="en-US" sz="2000" dirty="0" err="1" smtClean="0"/>
              <a:t>নাম</a:t>
            </a:r>
            <a:r>
              <a:rPr lang="en-US" sz="2000" dirty="0" smtClean="0"/>
              <a:t> </a:t>
            </a:r>
            <a:r>
              <a:rPr lang="en-US" sz="2000" dirty="0" err="1" smtClean="0"/>
              <a:t>দিচ্ছি</a:t>
            </a:r>
            <a:r>
              <a:rPr lang="en-US" sz="2000" dirty="0" smtClean="0"/>
              <a:t> </a:t>
            </a:r>
            <a:r>
              <a:rPr lang="en-US" sz="2000" dirty="0" err="1" smtClean="0"/>
              <a:t>যাতে</a:t>
            </a:r>
            <a:r>
              <a:rPr lang="en-US" sz="2000" dirty="0" smtClean="0"/>
              <a:t>  “</a:t>
            </a:r>
            <a:r>
              <a:rPr lang="en-US" sz="2000" dirty="0" err="1" smtClean="0"/>
              <a:t>নামমাত্র</a:t>
            </a:r>
            <a:r>
              <a:rPr lang="en-US" sz="2000" dirty="0" smtClean="0"/>
              <a:t>”-ই </a:t>
            </a:r>
            <a:r>
              <a:rPr lang="en-US" sz="2000" dirty="0" err="1" smtClean="0"/>
              <a:t>আমার</a:t>
            </a:r>
            <a:r>
              <a:rPr lang="en-US" sz="2000" dirty="0" smtClean="0"/>
              <a:t> </a:t>
            </a:r>
            <a:r>
              <a:rPr lang="en-US" sz="2000" dirty="0" err="1" smtClean="0"/>
              <a:t>মনে</a:t>
            </a:r>
            <a:r>
              <a:rPr lang="en-US" sz="2000" dirty="0" smtClean="0"/>
              <a:t> </a:t>
            </a:r>
            <a:r>
              <a:rPr lang="en-US" sz="2000" dirty="0" err="1" smtClean="0"/>
              <a:t>পড়ে</a:t>
            </a:r>
            <a:r>
              <a:rPr lang="en-US" sz="2000" dirty="0" smtClean="0"/>
              <a:t> </a:t>
            </a:r>
            <a:r>
              <a:rPr lang="en-US" sz="2000" dirty="0" err="1" smtClean="0"/>
              <a:t>যায়</a:t>
            </a:r>
            <a:r>
              <a:rPr lang="en-US" sz="2000" dirty="0" smtClean="0"/>
              <a:t> </a:t>
            </a:r>
            <a:r>
              <a:rPr lang="en-US" sz="2000" dirty="0" err="1" smtClean="0"/>
              <a:t>যে</a:t>
            </a:r>
            <a:r>
              <a:rPr lang="en-US" sz="2000" dirty="0" smtClean="0"/>
              <a:t> </a:t>
            </a:r>
            <a:r>
              <a:rPr lang="en-US" sz="2000" dirty="0" err="1" smtClean="0"/>
              <a:t>পরিকল্পনার</a:t>
            </a:r>
            <a:r>
              <a:rPr lang="en-US" sz="2000" dirty="0" smtClean="0"/>
              <a:t> </a:t>
            </a:r>
            <a:r>
              <a:rPr lang="en-US" sz="2000" dirty="0" err="1" smtClean="0"/>
              <a:t>সাথে</a:t>
            </a:r>
            <a:r>
              <a:rPr lang="en-US" sz="2000" dirty="0" smtClean="0"/>
              <a:t> </a:t>
            </a:r>
            <a:r>
              <a:rPr lang="en-US" sz="2000" dirty="0" err="1" smtClean="0"/>
              <a:t>লেগে</a:t>
            </a:r>
            <a:r>
              <a:rPr lang="en-US" sz="2000" dirty="0" smtClean="0"/>
              <a:t> </a:t>
            </a:r>
            <a:r>
              <a:rPr lang="en-US" sz="2000" dirty="0" err="1" smtClean="0"/>
              <a:t>থাকা</a:t>
            </a:r>
            <a:r>
              <a:rPr lang="en-US" sz="2000" dirty="0" smtClean="0"/>
              <a:t> </a:t>
            </a:r>
            <a:r>
              <a:rPr lang="en-US" sz="2000" dirty="0" err="1" smtClean="0"/>
              <a:t>দরকার</a:t>
            </a:r>
            <a:r>
              <a:rPr lang="en-US" sz="2000" dirty="0" smtClean="0"/>
              <a:t> </a:t>
            </a:r>
            <a:r>
              <a:rPr lang="en-US" sz="2000" dirty="0" smtClean="0"/>
              <a:t>(!)</a:t>
            </a:r>
          </a:p>
          <a:p>
            <a:endParaRPr lang="en-US" sz="2000" dirty="0" smtClean="0"/>
          </a:p>
          <a:p>
            <a:endParaRPr lang="en-US" sz="2000"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Operation </a:t>
            </a:r>
            <a:r>
              <a:rPr lang="en-US" dirty="0" err="1" smtClean="0"/>
              <a:t>Semper</a:t>
            </a:r>
            <a:endParaRPr lang="en-US" dirty="0"/>
          </a:p>
        </p:txBody>
      </p:sp>
      <p:sp>
        <p:nvSpPr>
          <p:cNvPr id="3" name="Content Placeholder 2"/>
          <p:cNvSpPr>
            <a:spLocks noGrp="1"/>
          </p:cNvSpPr>
          <p:nvPr>
            <p:ph idx="1"/>
          </p:nvPr>
        </p:nvSpPr>
        <p:spPr/>
        <p:txBody>
          <a:bodyPr/>
          <a:lstStyle/>
          <a:p>
            <a:r>
              <a:rPr lang="en-US" dirty="0" smtClean="0"/>
              <a:t>“</a:t>
            </a:r>
            <a:r>
              <a:rPr lang="en-US" dirty="0" err="1" smtClean="0"/>
              <a:t>Semper</a:t>
            </a:r>
            <a:r>
              <a:rPr lang="en-US" dirty="0" smtClean="0"/>
              <a:t>” </a:t>
            </a:r>
            <a:r>
              <a:rPr lang="en-US" sz="2000" dirty="0" err="1" smtClean="0"/>
              <a:t>মানে</a:t>
            </a:r>
            <a:r>
              <a:rPr lang="en-US" sz="2000" dirty="0" smtClean="0"/>
              <a:t> </a:t>
            </a:r>
            <a:r>
              <a:rPr lang="en-US" sz="2000" dirty="0" err="1" smtClean="0"/>
              <a:t>হলো</a:t>
            </a:r>
            <a:r>
              <a:rPr lang="en-US" sz="2000" dirty="0" smtClean="0"/>
              <a:t> </a:t>
            </a:r>
            <a:r>
              <a:rPr lang="en-US" sz="2000" dirty="0" err="1" smtClean="0"/>
              <a:t>সবসময়</a:t>
            </a:r>
            <a:r>
              <a:rPr lang="en-US" sz="2000" dirty="0" smtClean="0"/>
              <a:t>।</a:t>
            </a:r>
          </a:p>
          <a:p>
            <a:r>
              <a:rPr lang="en-US" sz="2000" dirty="0" err="1" smtClean="0"/>
              <a:t>গ্রুপঃ</a:t>
            </a:r>
            <a:r>
              <a:rPr lang="en-US" sz="2000" dirty="0" smtClean="0"/>
              <a:t> </a:t>
            </a:r>
            <a:r>
              <a:rPr lang="en-US" sz="2000" dirty="0" err="1" smtClean="0"/>
              <a:t>সায়েন্স</a:t>
            </a:r>
            <a:endParaRPr lang="en-US" sz="2000" dirty="0" smtClean="0"/>
          </a:p>
          <a:p>
            <a:r>
              <a:rPr lang="en-US" sz="2000" dirty="0" err="1" smtClean="0"/>
              <a:t>কলেজঃ</a:t>
            </a:r>
            <a:r>
              <a:rPr lang="en-US" sz="2000" dirty="0" smtClean="0"/>
              <a:t> </a:t>
            </a:r>
            <a:r>
              <a:rPr lang="en-US" sz="2000" dirty="0" err="1" smtClean="0"/>
              <a:t>নটর</a:t>
            </a:r>
            <a:r>
              <a:rPr lang="en-US" sz="2000" dirty="0" smtClean="0"/>
              <a:t> </a:t>
            </a:r>
            <a:r>
              <a:rPr lang="en-US" sz="2000" dirty="0" err="1" smtClean="0"/>
              <a:t>ডেম</a:t>
            </a:r>
            <a:endParaRPr lang="en-US" sz="2000" dirty="0" smtClean="0"/>
          </a:p>
          <a:p>
            <a:r>
              <a:rPr lang="en-US" sz="2000" dirty="0" err="1" smtClean="0"/>
              <a:t>ঘুমঃ</a:t>
            </a:r>
            <a:r>
              <a:rPr lang="en-US" sz="2000" dirty="0" smtClean="0"/>
              <a:t> </a:t>
            </a:r>
            <a:r>
              <a:rPr lang="en-US" sz="2000" dirty="0" smtClean="0"/>
              <a:t>৫ </a:t>
            </a:r>
            <a:r>
              <a:rPr lang="en-US" sz="2000" dirty="0" err="1" smtClean="0"/>
              <a:t>ঘন্টা</a:t>
            </a:r>
            <a:r>
              <a:rPr lang="en-US" sz="2000" dirty="0" smtClean="0"/>
              <a:t> </a:t>
            </a:r>
            <a:r>
              <a:rPr lang="en-US" sz="2000" dirty="0" err="1" smtClean="0"/>
              <a:t>দৈনিক</a:t>
            </a:r>
            <a:r>
              <a:rPr lang="en-US" sz="2000" dirty="0" smtClean="0"/>
              <a:t> (</a:t>
            </a:r>
            <a:r>
              <a:rPr lang="en-US" sz="2000" dirty="0" err="1" smtClean="0"/>
              <a:t>শুক্রবার</a:t>
            </a:r>
            <a:r>
              <a:rPr lang="en-US" sz="2000" dirty="0" smtClean="0"/>
              <a:t> ১০ </a:t>
            </a:r>
            <a:r>
              <a:rPr lang="en-US" sz="2000" dirty="0" err="1" smtClean="0"/>
              <a:t>ঘন্টা</a:t>
            </a:r>
            <a:r>
              <a:rPr lang="en-US" sz="2000" dirty="0" smtClean="0"/>
              <a:t>)</a:t>
            </a:r>
          </a:p>
          <a:p>
            <a:r>
              <a:rPr lang="en-US" sz="2000" dirty="0" err="1" smtClean="0"/>
              <a:t>অপারেশন</a:t>
            </a:r>
            <a:r>
              <a:rPr lang="en-US" sz="2000" dirty="0" smtClean="0"/>
              <a:t> </a:t>
            </a:r>
            <a:r>
              <a:rPr lang="en-US" sz="2000" dirty="0" err="1" smtClean="0"/>
              <a:t>গাইডলাইনঃ</a:t>
            </a:r>
            <a:r>
              <a:rPr lang="en-US" sz="2000" dirty="0" smtClean="0"/>
              <a:t> Sola Fide (By faith alone)</a:t>
            </a:r>
          </a:p>
          <a:p>
            <a:endParaRPr lang="en-US" sz="2000" dirty="0" smtClean="0"/>
          </a:p>
          <a:p>
            <a:pPr>
              <a:buNone/>
            </a:pPr>
            <a:endParaRPr lang="en-US" sz="20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ইন্টেল</a:t>
            </a:r>
            <a:endParaRPr lang="en-US" dirty="0"/>
          </a:p>
        </p:txBody>
      </p:sp>
      <p:sp>
        <p:nvSpPr>
          <p:cNvPr id="3" name="Content Placeholder 2"/>
          <p:cNvSpPr>
            <a:spLocks noGrp="1"/>
          </p:cNvSpPr>
          <p:nvPr>
            <p:ph idx="1"/>
          </p:nvPr>
        </p:nvSpPr>
        <p:spPr/>
        <p:txBody>
          <a:bodyPr/>
          <a:lstStyle/>
          <a:p>
            <a:r>
              <a:rPr lang="en-US" sz="2000" dirty="0" smtClean="0"/>
              <a:t>১। </a:t>
            </a:r>
            <a:r>
              <a:rPr lang="en-US" sz="2000" dirty="0" err="1" smtClean="0"/>
              <a:t>সিলেবাসঃ</a:t>
            </a:r>
            <a:r>
              <a:rPr lang="en-US" sz="2000" dirty="0" smtClean="0"/>
              <a:t> </a:t>
            </a:r>
          </a:p>
          <a:p>
            <a:pPr lvl="1"/>
            <a:r>
              <a:rPr lang="en-US" sz="1600" dirty="0" err="1" smtClean="0"/>
              <a:t>প্রায়</a:t>
            </a:r>
            <a:r>
              <a:rPr lang="en-US" sz="1600" dirty="0" smtClean="0"/>
              <a:t> </a:t>
            </a:r>
            <a:r>
              <a:rPr lang="en-US" sz="1600" dirty="0" err="1" smtClean="0"/>
              <a:t>কোনো</a:t>
            </a:r>
            <a:r>
              <a:rPr lang="en-US" sz="1600" dirty="0" smtClean="0"/>
              <a:t> </a:t>
            </a:r>
            <a:r>
              <a:rPr lang="en-US" sz="1600" dirty="0" err="1" smtClean="0"/>
              <a:t>সাবজেক্টেরই</a:t>
            </a:r>
            <a:r>
              <a:rPr lang="en-US" sz="1600" dirty="0" smtClean="0"/>
              <a:t> </a:t>
            </a:r>
            <a:r>
              <a:rPr lang="en-US" sz="1600" dirty="0" err="1" smtClean="0"/>
              <a:t>ভালো</a:t>
            </a:r>
            <a:r>
              <a:rPr lang="en-US" sz="1600" dirty="0" smtClean="0"/>
              <a:t> </a:t>
            </a:r>
            <a:r>
              <a:rPr lang="en-US" sz="1600" dirty="0" err="1" smtClean="0"/>
              <a:t>না</a:t>
            </a:r>
            <a:r>
              <a:rPr lang="en-US" sz="1600" dirty="0" smtClean="0"/>
              <a:t>। </a:t>
            </a:r>
            <a:r>
              <a:rPr lang="en-US" sz="1600" dirty="0" err="1" smtClean="0"/>
              <a:t>প্রশ্ন</a:t>
            </a:r>
            <a:r>
              <a:rPr lang="en-US" sz="1600" dirty="0" smtClean="0"/>
              <a:t> </a:t>
            </a:r>
            <a:r>
              <a:rPr lang="en-US" sz="1600" dirty="0" err="1" smtClean="0"/>
              <a:t>প্যাটার্ন</a:t>
            </a:r>
            <a:r>
              <a:rPr lang="en-US" sz="1600" dirty="0" smtClean="0"/>
              <a:t> ও </a:t>
            </a:r>
            <a:r>
              <a:rPr lang="en-US" sz="1600" dirty="0" err="1" smtClean="0"/>
              <a:t>সিলেবাসের</a:t>
            </a:r>
            <a:r>
              <a:rPr lang="en-US" sz="1600" dirty="0" smtClean="0"/>
              <a:t> </a:t>
            </a:r>
            <a:r>
              <a:rPr lang="en-US" sz="1600" dirty="0" err="1" smtClean="0"/>
              <a:t>পরিসর</a:t>
            </a:r>
            <a:r>
              <a:rPr lang="en-US" sz="1600" dirty="0" smtClean="0"/>
              <a:t> </a:t>
            </a:r>
            <a:r>
              <a:rPr lang="en-US" sz="1600" dirty="0" err="1" smtClean="0"/>
              <a:t>এর</a:t>
            </a:r>
            <a:r>
              <a:rPr lang="en-US" sz="1600" dirty="0" smtClean="0"/>
              <a:t> </a:t>
            </a:r>
            <a:r>
              <a:rPr lang="en-US" sz="1600" dirty="0" err="1" smtClean="0"/>
              <a:t>অনুপাত</a:t>
            </a:r>
            <a:r>
              <a:rPr lang="en-US" sz="1600" dirty="0" smtClean="0"/>
              <a:t> </a:t>
            </a:r>
            <a:r>
              <a:rPr lang="en-US" sz="1600" dirty="0" err="1" smtClean="0"/>
              <a:t>আগের</a:t>
            </a:r>
            <a:r>
              <a:rPr lang="en-US" sz="1600" dirty="0" smtClean="0"/>
              <a:t> </a:t>
            </a:r>
            <a:r>
              <a:rPr lang="en-US" sz="1600" dirty="0" err="1" smtClean="0"/>
              <a:t>থেকে</a:t>
            </a:r>
            <a:r>
              <a:rPr lang="en-US" sz="1600" dirty="0" smtClean="0"/>
              <a:t> </a:t>
            </a:r>
            <a:r>
              <a:rPr lang="en-US" sz="1600" dirty="0" err="1" smtClean="0"/>
              <a:t>আলাদা</a:t>
            </a:r>
            <a:r>
              <a:rPr lang="en-US" sz="1600" dirty="0" smtClean="0"/>
              <a:t>। </a:t>
            </a:r>
            <a:r>
              <a:rPr lang="en-US" sz="1600" dirty="0" err="1" smtClean="0"/>
              <a:t>রসায়নে</a:t>
            </a:r>
            <a:r>
              <a:rPr lang="en-US" sz="1600" dirty="0" smtClean="0"/>
              <a:t> ২য় </a:t>
            </a:r>
            <a:r>
              <a:rPr lang="en-US" sz="1600" dirty="0" err="1" smtClean="0"/>
              <a:t>পত্র</a:t>
            </a:r>
            <a:r>
              <a:rPr lang="en-US" sz="1600" dirty="0" smtClean="0"/>
              <a:t> </a:t>
            </a:r>
            <a:r>
              <a:rPr lang="en-US" sz="1600" dirty="0" err="1" smtClean="0"/>
              <a:t>তুলনায়</a:t>
            </a:r>
            <a:r>
              <a:rPr lang="en-US" sz="1600" dirty="0" smtClean="0"/>
              <a:t> </a:t>
            </a:r>
            <a:r>
              <a:rPr lang="en-US" sz="1600" dirty="0" err="1" smtClean="0"/>
              <a:t>অনেক</a:t>
            </a:r>
            <a:r>
              <a:rPr lang="en-US" sz="1600" dirty="0" smtClean="0"/>
              <a:t> </a:t>
            </a:r>
            <a:r>
              <a:rPr lang="en-US" sz="1600" dirty="0" err="1" smtClean="0"/>
              <a:t>বেশি</a:t>
            </a:r>
            <a:r>
              <a:rPr lang="en-US" sz="1600" dirty="0" smtClean="0"/>
              <a:t> </a:t>
            </a:r>
            <a:r>
              <a:rPr lang="en-US" sz="1600" dirty="0" err="1" smtClean="0"/>
              <a:t>পড়া</a:t>
            </a:r>
            <a:r>
              <a:rPr lang="en-US" sz="1600" dirty="0" smtClean="0"/>
              <a:t>। </a:t>
            </a:r>
          </a:p>
          <a:p>
            <a:pPr lvl="1"/>
            <a:r>
              <a:rPr lang="en-US" sz="1600" dirty="0" err="1" smtClean="0"/>
              <a:t>আবার</a:t>
            </a:r>
            <a:r>
              <a:rPr lang="en-US" sz="1600" dirty="0" smtClean="0"/>
              <a:t> </a:t>
            </a:r>
            <a:r>
              <a:rPr lang="en-US" sz="1600" dirty="0" err="1" smtClean="0"/>
              <a:t>এটাও</a:t>
            </a:r>
            <a:r>
              <a:rPr lang="en-US" sz="1600" dirty="0" smtClean="0"/>
              <a:t> </a:t>
            </a:r>
            <a:r>
              <a:rPr lang="en-US" sz="1600" dirty="0" err="1" smtClean="0"/>
              <a:t>সত্য</a:t>
            </a:r>
            <a:r>
              <a:rPr lang="en-US" sz="1600" dirty="0" smtClean="0"/>
              <a:t> </a:t>
            </a:r>
            <a:r>
              <a:rPr lang="en-US" sz="1600" dirty="0" err="1" smtClean="0"/>
              <a:t>যে</a:t>
            </a:r>
            <a:r>
              <a:rPr lang="en-US" sz="1600" dirty="0" smtClean="0"/>
              <a:t> </a:t>
            </a:r>
            <a:r>
              <a:rPr lang="en-US" sz="1600" dirty="0" err="1" smtClean="0"/>
              <a:t>যেসব</a:t>
            </a:r>
            <a:r>
              <a:rPr lang="en-US" sz="1600" dirty="0" smtClean="0"/>
              <a:t> </a:t>
            </a:r>
            <a:r>
              <a:rPr lang="en-US" sz="1600" dirty="0" err="1" smtClean="0"/>
              <a:t>অধ্যায়</a:t>
            </a:r>
            <a:r>
              <a:rPr lang="en-US" sz="1600" dirty="0" smtClean="0"/>
              <a:t> </a:t>
            </a:r>
            <a:r>
              <a:rPr lang="en-US" sz="1600" dirty="0" err="1" smtClean="0"/>
              <a:t>আছে</a:t>
            </a:r>
            <a:r>
              <a:rPr lang="en-US" sz="1600" dirty="0" smtClean="0"/>
              <a:t> </a:t>
            </a:r>
            <a:r>
              <a:rPr lang="en-US" sz="1600" dirty="0" err="1" smtClean="0"/>
              <a:t>সেখান</a:t>
            </a:r>
            <a:r>
              <a:rPr lang="en-US" sz="1600" dirty="0" smtClean="0"/>
              <a:t> </a:t>
            </a:r>
            <a:r>
              <a:rPr lang="en-US" sz="1600" dirty="0" err="1" smtClean="0"/>
              <a:t>থেকে</a:t>
            </a:r>
            <a:r>
              <a:rPr lang="en-US" sz="1600" dirty="0" smtClean="0"/>
              <a:t> </a:t>
            </a:r>
            <a:r>
              <a:rPr lang="en-US" sz="1600" dirty="0" err="1" smtClean="0"/>
              <a:t>প্রশ্ন</a:t>
            </a:r>
            <a:r>
              <a:rPr lang="en-US" sz="1600" dirty="0" smtClean="0"/>
              <a:t> </a:t>
            </a:r>
            <a:r>
              <a:rPr lang="en-US" sz="1600" dirty="0" err="1" smtClean="0"/>
              <a:t>আসছে</a:t>
            </a:r>
            <a:r>
              <a:rPr lang="en-US" sz="1600" dirty="0" smtClean="0"/>
              <a:t> </a:t>
            </a:r>
            <a:r>
              <a:rPr lang="en-US" sz="1600" dirty="0" err="1" smtClean="0"/>
              <a:t>বেশি</a:t>
            </a:r>
            <a:r>
              <a:rPr lang="en-US" sz="1600" dirty="0" smtClean="0"/>
              <a:t> </a:t>
            </a:r>
            <a:r>
              <a:rPr lang="en-US" sz="1600" dirty="0" err="1" smtClean="0"/>
              <a:t>বোর্ড</a:t>
            </a:r>
            <a:r>
              <a:rPr lang="en-US" sz="1600" dirty="0" smtClean="0"/>
              <a:t> </a:t>
            </a:r>
            <a:r>
              <a:rPr lang="en-US" sz="1600" dirty="0" err="1" smtClean="0"/>
              <a:t>পরীক্ষায়</a:t>
            </a:r>
            <a:r>
              <a:rPr lang="en-US" sz="1600" dirty="0" smtClean="0"/>
              <a:t>। </a:t>
            </a:r>
            <a:r>
              <a:rPr lang="en-US" sz="1600" dirty="0" err="1" smtClean="0"/>
              <a:t>টেস্ট</a:t>
            </a:r>
            <a:r>
              <a:rPr lang="en-US" sz="1600" dirty="0" smtClean="0"/>
              <a:t> </a:t>
            </a:r>
            <a:r>
              <a:rPr lang="en-US" sz="1600" dirty="0" err="1" smtClean="0"/>
              <a:t>পেপার</a:t>
            </a:r>
            <a:r>
              <a:rPr lang="en-US" sz="1600" dirty="0" smtClean="0"/>
              <a:t> </a:t>
            </a:r>
            <a:r>
              <a:rPr lang="en-US" sz="1600" dirty="0" err="1" smtClean="0"/>
              <a:t>ঘাটলে</a:t>
            </a:r>
            <a:r>
              <a:rPr lang="en-US" sz="1600" dirty="0" smtClean="0"/>
              <a:t> </a:t>
            </a:r>
            <a:r>
              <a:rPr lang="en-US" sz="1600" dirty="0" err="1" smtClean="0"/>
              <a:t>দেখা</a:t>
            </a:r>
            <a:r>
              <a:rPr lang="en-US" sz="1600" dirty="0" smtClean="0"/>
              <a:t> </a:t>
            </a:r>
            <a:r>
              <a:rPr lang="en-US" sz="1600" dirty="0" err="1" smtClean="0"/>
              <a:t>যায়</a:t>
            </a:r>
            <a:r>
              <a:rPr lang="en-US" sz="1600" dirty="0" smtClean="0"/>
              <a:t> </a:t>
            </a:r>
            <a:r>
              <a:rPr lang="en-US" sz="1600" dirty="0" err="1" smtClean="0"/>
              <a:t>অনেক</a:t>
            </a:r>
            <a:r>
              <a:rPr lang="en-US" sz="1600" dirty="0" smtClean="0"/>
              <a:t>।</a:t>
            </a:r>
          </a:p>
          <a:p>
            <a:r>
              <a:rPr lang="en-US" sz="2000" dirty="0" smtClean="0"/>
              <a:t>২। </a:t>
            </a:r>
            <a:r>
              <a:rPr lang="en-US" sz="2000" dirty="0" err="1" smtClean="0"/>
              <a:t>প্রশ্নঃ</a:t>
            </a:r>
            <a:endParaRPr lang="en-US" sz="2000" dirty="0" smtClean="0"/>
          </a:p>
          <a:p>
            <a:pPr lvl="1"/>
            <a:r>
              <a:rPr lang="en-US" sz="1600" dirty="0" smtClean="0"/>
              <a:t>১) </a:t>
            </a:r>
            <a:r>
              <a:rPr lang="en-US" sz="1600" dirty="0" err="1" smtClean="0"/>
              <a:t>সিলেবাস</a:t>
            </a:r>
            <a:r>
              <a:rPr lang="en-US" sz="1600" dirty="0" smtClean="0"/>
              <a:t> </a:t>
            </a:r>
            <a:r>
              <a:rPr lang="en-US" sz="1600" dirty="0" err="1" smtClean="0"/>
              <a:t>ছোট</a:t>
            </a:r>
            <a:endParaRPr lang="en-US" sz="1600" dirty="0" smtClean="0"/>
          </a:p>
          <a:p>
            <a:pPr lvl="1"/>
            <a:r>
              <a:rPr lang="en-US" sz="1600" dirty="0" smtClean="0"/>
              <a:t>২) </a:t>
            </a:r>
            <a:r>
              <a:rPr lang="en-US" sz="1600" dirty="0" err="1" smtClean="0"/>
              <a:t>বিগত</a:t>
            </a:r>
            <a:r>
              <a:rPr lang="en-US" sz="1600" dirty="0" smtClean="0"/>
              <a:t> </a:t>
            </a:r>
            <a:r>
              <a:rPr lang="en-US" sz="1600" dirty="0" err="1" smtClean="0"/>
              <a:t>বছরগুলোতে</a:t>
            </a:r>
            <a:r>
              <a:rPr lang="en-US" sz="1600" dirty="0" smtClean="0"/>
              <a:t> </a:t>
            </a:r>
            <a:r>
              <a:rPr lang="en-US" sz="1600" dirty="0" err="1" smtClean="0"/>
              <a:t>ওই</a:t>
            </a:r>
            <a:r>
              <a:rPr lang="en-US" sz="1600" dirty="0" smtClean="0"/>
              <a:t> </a:t>
            </a:r>
            <a:r>
              <a:rPr lang="en-US" sz="1600" dirty="0" err="1" smtClean="0"/>
              <a:t>সিলেবাস</a:t>
            </a:r>
            <a:r>
              <a:rPr lang="en-US" sz="1600" dirty="0" smtClean="0"/>
              <a:t> </a:t>
            </a:r>
            <a:r>
              <a:rPr lang="en-US" sz="1600" dirty="0" err="1" smtClean="0"/>
              <a:t>থেকে</a:t>
            </a:r>
            <a:r>
              <a:rPr lang="en-US" sz="1600" dirty="0" smtClean="0"/>
              <a:t> </a:t>
            </a:r>
            <a:r>
              <a:rPr lang="en-US" sz="1600" dirty="0" err="1" smtClean="0"/>
              <a:t>প্রশ্ন</a:t>
            </a:r>
            <a:r>
              <a:rPr lang="en-US" sz="1600" dirty="0" smtClean="0"/>
              <a:t> </a:t>
            </a:r>
            <a:r>
              <a:rPr lang="en-US" sz="1600" dirty="0" err="1" smtClean="0"/>
              <a:t>বেশি</a:t>
            </a:r>
            <a:r>
              <a:rPr lang="en-US" sz="1600" dirty="0" smtClean="0"/>
              <a:t> </a:t>
            </a:r>
            <a:r>
              <a:rPr lang="en-US" sz="1600" dirty="0" err="1" smtClean="0"/>
              <a:t>আসছে</a:t>
            </a:r>
            <a:endParaRPr lang="en-US" sz="1600" dirty="0" smtClean="0"/>
          </a:p>
          <a:p>
            <a:pPr lvl="1"/>
            <a:r>
              <a:rPr lang="en-US" sz="1600" dirty="0" smtClean="0"/>
              <a:t>৩) </a:t>
            </a:r>
            <a:r>
              <a:rPr lang="en-US" sz="1600" dirty="0" err="1" smtClean="0"/>
              <a:t>প্রশ্নের</a:t>
            </a:r>
            <a:r>
              <a:rPr lang="en-US" sz="1600" dirty="0" smtClean="0"/>
              <a:t> </a:t>
            </a:r>
            <a:r>
              <a:rPr lang="en-US" sz="1600" dirty="0" err="1" smtClean="0"/>
              <a:t>প্যাটার্ন</a:t>
            </a:r>
            <a:r>
              <a:rPr lang="en-US" sz="1600" dirty="0" smtClean="0"/>
              <a:t> </a:t>
            </a:r>
            <a:r>
              <a:rPr lang="en-US" sz="1600" dirty="0" err="1" smtClean="0"/>
              <a:t>ছোট</a:t>
            </a:r>
            <a:endParaRPr lang="en-US" sz="1600" dirty="0" smtClean="0"/>
          </a:p>
          <a:p>
            <a:pPr lvl="1">
              <a:buNone/>
            </a:pPr>
            <a:r>
              <a:rPr lang="en-US" sz="2000" dirty="0" smtClean="0"/>
              <a:t>৩। </a:t>
            </a:r>
            <a:r>
              <a:rPr lang="en-US" sz="2000" dirty="0" err="1" smtClean="0"/>
              <a:t>প্রশ্নকর্তাঃ</a:t>
            </a:r>
            <a:endParaRPr lang="en-US" sz="2000" dirty="0" smtClean="0"/>
          </a:p>
          <a:p>
            <a:pPr lvl="1">
              <a:buNone/>
            </a:pPr>
            <a:r>
              <a:rPr lang="en-US" sz="2000" dirty="0" smtClean="0"/>
              <a:t>	</a:t>
            </a:r>
            <a:r>
              <a:rPr lang="en-US" sz="1600" dirty="0" smtClean="0"/>
              <a:t>১) </a:t>
            </a:r>
            <a:r>
              <a:rPr lang="en-US" sz="1600" dirty="0" err="1" smtClean="0"/>
              <a:t>সময়</a:t>
            </a:r>
            <a:r>
              <a:rPr lang="en-US" sz="1600" dirty="0" smtClean="0"/>
              <a:t> </a:t>
            </a:r>
            <a:r>
              <a:rPr lang="en-US" sz="1600" dirty="0" err="1" smtClean="0"/>
              <a:t>কম</a:t>
            </a:r>
            <a:r>
              <a:rPr lang="en-US" sz="1600" dirty="0" smtClean="0"/>
              <a:t> </a:t>
            </a:r>
            <a:r>
              <a:rPr lang="en-US" sz="1600" dirty="0" err="1" smtClean="0"/>
              <a:t>পেয়েছি</a:t>
            </a:r>
            <a:r>
              <a:rPr lang="en-US" sz="1600" dirty="0" smtClean="0"/>
              <a:t> </a:t>
            </a:r>
            <a:r>
              <a:rPr lang="en-US" sz="1600" dirty="0" err="1" smtClean="0"/>
              <a:t>তাই</a:t>
            </a:r>
            <a:r>
              <a:rPr lang="en-US" sz="1600" dirty="0" smtClean="0"/>
              <a:t> </a:t>
            </a:r>
            <a:r>
              <a:rPr lang="en-US" sz="1600" dirty="0" err="1" smtClean="0"/>
              <a:t>প্রশ্ন</a:t>
            </a:r>
            <a:r>
              <a:rPr lang="en-US" sz="1600" dirty="0" smtClean="0"/>
              <a:t> </a:t>
            </a:r>
            <a:r>
              <a:rPr lang="en-US" sz="1600" dirty="0" err="1" smtClean="0"/>
              <a:t>বিগত</a:t>
            </a:r>
            <a:r>
              <a:rPr lang="en-US" sz="1600" dirty="0" smtClean="0"/>
              <a:t> </a:t>
            </a:r>
            <a:r>
              <a:rPr lang="en-US" sz="1600" dirty="0" err="1" smtClean="0"/>
              <a:t>বছর</a:t>
            </a:r>
            <a:r>
              <a:rPr lang="en-US" sz="1600" dirty="0" smtClean="0"/>
              <a:t> </a:t>
            </a:r>
            <a:r>
              <a:rPr lang="en-US" sz="1600" dirty="0" err="1" smtClean="0"/>
              <a:t>এর</a:t>
            </a:r>
            <a:r>
              <a:rPr lang="en-US" sz="1600" dirty="0" smtClean="0"/>
              <a:t> </a:t>
            </a:r>
            <a:r>
              <a:rPr lang="en-US" sz="1600" dirty="0" err="1" smtClean="0"/>
              <a:t>প্রশ্নের</a:t>
            </a:r>
            <a:r>
              <a:rPr lang="en-US" sz="1600" dirty="0" smtClean="0"/>
              <a:t> </a:t>
            </a:r>
            <a:r>
              <a:rPr lang="en-US" sz="1600" dirty="0" err="1" smtClean="0"/>
              <a:t>আদলে</a:t>
            </a:r>
            <a:r>
              <a:rPr lang="en-US" sz="1600" dirty="0" smtClean="0"/>
              <a:t> </a:t>
            </a:r>
            <a:r>
              <a:rPr lang="en-US" sz="1600" dirty="0" err="1" smtClean="0"/>
              <a:t>করার</a:t>
            </a:r>
            <a:r>
              <a:rPr lang="en-US" sz="1600" dirty="0" smtClean="0"/>
              <a:t> </a:t>
            </a:r>
            <a:r>
              <a:rPr lang="en-US" sz="1600" dirty="0" err="1" smtClean="0"/>
              <a:t>চেষ্টা</a:t>
            </a:r>
            <a:r>
              <a:rPr lang="en-US" sz="1600" dirty="0" smtClean="0"/>
              <a:t> </a:t>
            </a:r>
            <a:r>
              <a:rPr lang="en-US" sz="1600" dirty="0" err="1" smtClean="0"/>
              <a:t>করবে</a:t>
            </a:r>
            <a:r>
              <a:rPr lang="en-US" sz="1600" dirty="0" smtClean="0"/>
              <a:t> </a:t>
            </a:r>
            <a:r>
              <a:rPr lang="en-US" sz="1600" dirty="0" err="1" smtClean="0"/>
              <a:t>অনেকাংশে</a:t>
            </a:r>
            <a:r>
              <a:rPr lang="en-US" sz="1600" dirty="0" smtClean="0"/>
              <a:t>।</a:t>
            </a:r>
          </a:p>
          <a:p>
            <a:pPr lvl="1">
              <a:buNone/>
            </a:pPr>
            <a:r>
              <a:rPr lang="en-US" sz="1600" dirty="0" smtClean="0"/>
              <a:t>	</a:t>
            </a:r>
            <a:r>
              <a:rPr lang="en-US" sz="1600" dirty="0" smtClean="0"/>
              <a:t>২) </a:t>
            </a:r>
            <a:r>
              <a:rPr lang="en-US" sz="1600" dirty="0" err="1" smtClean="0"/>
              <a:t>সিলেবাস</a:t>
            </a:r>
            <a:r>
              <a:rPr lang="en-US" sz="1600" dirty="0" smtClean="0"/>
              <a:t> </a:t>
            </a:r>
            <a:r>
              <a:rPr lang="en-US" sz="1600" dirty="0" err="1" smtClean="0"/>
              <a:t>এর</a:t>
            </a:r>
            <a:r>
              <a:rPr lang="en-US" sz="1600" dirty="0" smtClean="0"/>
              <a:t> </a:t>
            </a:r>
            <a:r>
              <a:rPr lang="en-US" sz="1600" dirty="0" err="1" smtClean="0"/>
              <a:t>তুলনায়</a:t>
            </a:r>
            <a:r>
              <a:rPr lang="en-US" sz="1600" dirty="0" smtClean="0"/>
              <a:t> </a:t>
            </a:r>
            <a:r>
              <a:rPr lang="en-US" sz="1600" dirty="0" err="1" smtClean="0"/>
              <a:t>প্রশ্ন</a:t>
            </a:r>
            <a:r>
              <a:rPr lang="en-US" sz="1600" dirty="0" smtClean="0"/>
              <a:t> </a:t>
            </a:r>
            <a:r>
              <a:rPr lang="en-US" sz="1600" dirty="0" err="1" smtClean="0"/>
              <a:t>প্যাটার্ন</a:t>
            </a:r>
            <a:r>
              <a:rPr lang="en-US" sz="1600" dirty="0" smtClean="0"/>
              <a:t> </a:t>
            </a:r>
            <a:r>
              <a:rPr lang="en-US" sz="1600" dirty="0" err="1" smtClean="0"/>
              <a:t>ছোট</a:t>
            </a:r>
            <a:r>
              <a:rPr lang="en-US" sz="1600" dirty="0" smtClean="0"/>
              <a:t> </a:t>
            </a:r>
            <a:r>
              <a:rPr lang="en-US" sz="1600" dirty="0" err="1" smtClean="0"/>
              <a:t>হওয়ায়</a:t>
            </a:r>
            <a:r>
              <a:rPr lang="en-US" sz="1600" dirty="0" smtClean="0"/>
              <a:t> </a:t>
            </a:r>
            <a:r>
              <a:rPr lang="en-US" sz="1600" b="1" dirty="0" err="1" smtClean="0"/>
              <a:t>জটিল</a:t>
            </a:r>
            <a:r>
              <a:rPr lang="en-US" sz="1600" b="1" dirty="0" smtClean="0"/>
              <a:t> </a:t>
            </a:r>
            <a:r>
              <a:rPr lang="en-US" sz="1600" b="1" dirty="0" err="1" smtClean="0"/>
              <a:t>প্রশ্নের</a:t>
            </a:r>
            <a:r>
              <a:rPr lang="en-US" sz="1600" b="1" dirty="0" smtClean="0"/>
              <a:t> </a:t>
            </a:r>
            <a:r>
              <a:rPr lang="en-US" sz="1600" b="1" dirty="0" err="1" smtClean="0"/>
              <a:t>পরিমাণ</a:t>
            </a:r>
            <a:r>
              <a:rPr lang="en-US" sz="1600" b="1" dirty="0" smtClean="0"/>
              <a:t> </a:t>
            </a:r>
            <a:r>
              <a:rPr lang="en-US" sz="1600" b="1" dirty="0" err="1" smtClean="0"/>
              <a:t>আনুপাতিকভাবে</a:t>
            </a:r>
            <a:r>
              <a:rPr lang="en-US" sz="1600" b="1" dirty="0" smtClean="0"/>
              <a:t> </a:t>
            </a:r>
            <a:r>
              <a:rPr lang="en-US" sz="1600" b="1" dirty="0" err="1" smtClean="0"/>
              <a:t>বাড়বে</a:t>
            </a:r>
            <a:r>
              <a:rPr lang="en-US" sz="1600" b="1" dirty="0" smtClean="0"/>
              <a:t>। </a:t>
            </a:r>
            <a:r>
              <a:rPr lang="en-US" sz="1600" u="sng" dirty="0" err="1" smtClean="0"/>
              <a:t>বেসিক</a:t>
            </a:r>
            <a:r>
              <a:rPr lang="en-US" sz="1600" u="sng" dirty="0" smtClean="0"/>
              <a:t> </a:t>
            </a:r>
            <a:r>
              <a:rPr lang="en-US" sz="1600" u="sng" dirty="0" err="1" smtClean="0"/>
              <a:t>যাচাই</a:t>
            </a:r>
            <a:r>
              <a:rPr lang="en-US" sz="1600" u="sng" dirty="0" smtClean="0"/>
              <a:t> </a:t>
            </a:r>
            <a:r>
              <a:rPr lang="en-US" sz="1600" u="sng" dirty="0" err="1" smtClean="0"/>
              <a:t>হবে</a:t>
            </a:r>
            <a:r>
              <a:rPr lang="en-US" sz="1600" u="sng" dirty="0" smtClean="0"/>
              <a:t> </a:t>
            </a:r>
            <a:r>
              <a:rPr lang="en-US" sz="1600" u="sng" dirty="0" err="1" smtClean="0"/>
              <a:t>বেশি</a:t>
            </a:r>
            <a:r>
              <a:rPr lang="en-US" sz="1600" u="sng" dirty="0" smtClean="0"/>
              <a:t>। </a:t>
            </a:r>
            <a:r>
              <a:rPr lang="en-US" sz="1600" u="sng" dirty="0" err="1" smtClean="0"/>
              <a:t>জিপিএ</a:t>
            </a:r>
            <a:r>
              <a:rPr lang="en-US" sz="1600" u="sng" dirty="0" smtClean="0"/>
              <a:t> ৫ </a:t>
            </a:r>
            <a:r>
              <a:rPr lang="en-US" sz="1600" u="sng" dirty="0" err="1" smtClean="0"/>
              <a:t>কমানোর</a:t>
            </a:r>
            <a:r>
              <a:rPr lang="en-US" sz="1600" u="sng" dirty="0" smtClean="0"/>
              <a:t> </a:t>
            </a:r>
            <a:r>
              <a:rPr lang="en-US" sz="1600" u="sng" dirty="0" err="1" smtClean="0"/>
              <a:t>নির্দেশ</a:t>
            </a:r>
            <a:r>
              <a:rPr lang="en-US" sz="1600" u="sng" dirty="0" smtClean="0"/>
              <a:t> </a:t>
            </a:r>
            <a:r>
              <a:rPr lang="en-US" sz="1600" u="sng" dirty="0" err="1" smtClean="0"/>
              <a:t>আসছে</a:t>
            </a:r>
            <a:r>
              <a:rPr lang="en-US" sz="1600" u="sng" dirty="0" smtClean="0"/>
              <a:t> </a:t>
            </a:r>
            <a:r>
              <a:rPr lang="en-US" sz="1600" u="sng" dirty="0" err="1" smtClean="0"/>
              <a:t>উপরমহলে</a:t>
            </a:r>
            <a:r>
              <a:rPr lang="en-US" sz="1600" u="sng" dirty="0" smtClean="0"/>
              <a:t>।</a:t>
            </a:r>
            <a:endParaRPr lang="en-US" sz="1600" dirty="0" smtClean="0"/>
          </a:p>
          <a:p>
            <a:pPr lvl="1"/>
            <a:endParaRPr lang="en-US" sz="1600" dirty="0" smtClean="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ইন্টেল</a:t>
            </a:r>
            <a:endParaRPr lang="en-US" dirty="0"/>
          </a:p>
        </p:txBody>
      </p:sp>
      <p:sp>
        <p:nvSpPr>
          <p:cNvPr id="3" name="Content Placeholder 2"/>
          <p:cNvSpPr>
            <a:spLocks noGrp="1"/>
          </p:cNvSpPr>
          <p:nvPr>
            <p:ph idx="1"/>
          </p:nvPr>
        </p:nvSpPr>
        <p:spPr/>
        <p:txBody>
          <a:bodyPr>
            <a:normAutofit/>
          </a:bodyPr>
          <a:lstStyle/>
          <a:p>
            <a:r>
              <a:rPr lang="en-US" sz="2000" dirty="0" smtClean="0"/>
              <a:t>৪</a:t>
            </a:r>
            <a:r>
              <a:rPr lang="en-US" sz="2000" dirty="0" smtClean="0"/>
              <a:t>। </a:t>
            </a:r>
            <a:r>
              <a:rPr lang="en-US" sz="2000" dirty="0" err="1" smtClean="0"/>
              <a:t>পরীক্ষার</a:t>
            </a:r>
            <a:r>
              <a:rPr lang="en-US" sz="2000" dirty="0" smtClean="0"/>
              <a:t> </a:t>
            </a:r>
            <a:r>
              <a:rPr lang="en-US" sz="2000" dirty="0" err="1" smtClean="0"/>
              <a:t>হলঃ</a:t>
            </a:r>
            <a:r>
              <a:rPr lang="en-US" sz="2000" dirty="0" smtClean="0"/>
              <a:t> </a:t>
            </a:r>
          </a:p>
          <a:p>
            <a:pPr lvl="1"/>
            <a:r>
              <a:rPr lang="en-US" sz="1600" dirty="0" err="1" smtClean="0"/>
              <a:t>আমার</a:t>
            </a:r>
            <a:r>
              <a:rPr lang="en-US" sz="1600" dirty="0" smtClean="0"/>
              <a:t> </a:t>
            </a:r>
            <a:r>
              <a:rPr lang="en-US" sz="1600" dirty="0" err="1" smtClean="0"/>
              <a:t>হল</a:t>
            </a:r>
            <a:r>
              <a:rPr lang="en-US" sz="1600" dirty="0" smtClean="0"/>
              <a:t> </a:t>
            </a:r>
            <a:r>
              <a:rPr lang="en-US" sz="1600" dirty="0" err="1" smtClean="0"/>
              <a:t>কোথায়</a:t>
            </a:r>
            <a:r>
              <a:rPr lang="en-US" sz="1600" dirty="0" smtClean="0"/>
              <a:t> </a:t>
            </a:r>
            <a:r>
              <a:rPr lang="en-US" sz="1600" dirty="0" err="1" smtClean="0"/>
              <a:t>পড়বে</a:t>
            </a:r>
            <a:r>
              <a:rPr lang="en-US" sz="1600" dirty="0" smtClean="0"/>
              <a:t> </a:t>
            </a:r>
            <a:r>
              <a:rPr lang="en-US" sz="1600" dirty="0" err="1" smtClean="0"/>
              <a:t>ঠিক</a:t>
            </a:r>
            <a:r>
              <a:rPr lang="en-US" sz="1600" dirty="0" smtClean="0"/>
              <a:t> </a:t>
            </a:r>
            <a:r>
              <a:rPr lang="en-US" sz="1600" dirty="0" err="1" smtClean="0"/>
              <a:t>নেই</a:t>
            </a:r>
            <a:r>
              <a:rPr lang="en-US" sz="1600" dirty="0" smtClean="0"/>
              <a:t> </a:t>
            </a:r>
            <a:r>
              <a:rPr lang="en-US" sz="1600" dirty="0" err="1" smtClean="0"/>
              <a:t>কিন্তু</a:t>
            </a:r>
            <a:r>
              <a:rPr lang="en-US" sz="1600" dirty="0" smtClean="0"/>
              <a:t> </a:t>
            </a:r>
            <a:r>
              <a:rPr lang="en-US" sz="1600" dirty="0" err="1" smtClean="0"/>
              <a:t>ক্লাসমেটগুলো</a:t>
            </a:r>
            <a:r>
              <a:rPr lang="en-US" sz="1600" dirty="0" smtClean="0"/>
              <a:t> </a:t>
            </a:r>
            <a:r>
              <a:rPr lang="en-US" sz="1600" dirty="0" err="1" smtClean="0"/>
              <a:t>জ্বালাবেনা</a:t>
            </a:r>
            <a:r>
              <a:rPr lang="en-US" sz="1600" dirty="0" smtClean="0"/>
              <a:t> </a:t>
            </a:r>
            <a:r>
              <a:rPr lang="en-US" sz="1600" dirty="0" err="1" smtClean="0"/>
              <a:t>ইনশাল্লাহ</a:t>
            </a:r>
            <a:r>
              <a:rPr lang="en-US" sz="1600" dirty="0" smtClean="0"/>
              <a:t>।</a:t>
            </a:r>
          </a:p>
          <a:p>
            <a:pPr lvl="1"/>
            <a:r>
              <a:rPr lang="en-US" sz="1600" dirty="0" err="1" smtClean="0"/>
              <a:t>হয়তূ</a:t>
            </a:r>
            <a:r>
              <a:rPr lang="en-US" sz="1600" dirty="0" smtClean="0"/>
              <a:t> </a:t>
            </a:r>
            <a:r>
              <a:rPr lang="en-US" sz="1600" dirty="0" err="1" smtClean="0"/>
              <a:t>দূরে</a:t>
            </a:r>
            <a:r>
              <a:rPr lang="en-US" sz="1600" dirty="0" smtClean="0"/>
              <a:t> </a:t>
            </a:r>
            <a:r>
              <a:rPr lang="en-US" sz="1600" dirty="0" err="1" smtClean="0"/>
              <a:t>হবে</a:t>
            </a:r>
            <a:r>
              <a:rPr lang="en-US" sz="1600" dirty="0" smtClean="0"/>
              <a:t>, </a:t>
            </a:r>
            <a:r>
              <a:rPr lang="en-US" sz="1600" dirty="0" err="1" smtClean="0"/>
              <a:t>ঢাকা</a:t>
            </a:r>
            <a:r>
              <a:rPr lang="en-US" sz="1600" dirty="0" smtClean="0"/>
              <a:t> </a:t>
            </a:r>
            <a:r>
              <a:rPr lang="en-US" sz="1600" dirty="0" err="1" smtClean="0"/>
              <a:t>অপছন্দের</a:t>
            </a:r>
            <a:r>
              <a:rPr lang="en-US" sz="1600" dirty="0" smtClean="0"/>
              <a:t> </a:t>
            </a:r>
            <a:r>
              <a:rPr lang="en-US" sz="1600" dirty="0" err="1" smtClean="0"/>
              <a:t>জায়গা</a:t>
            </a:r>
            <a:r>
              <a:rPr lang="en-US" sz="1600" dirty="0" smtClean="0"/>
              <a:t>। </a:t>
            </a:r>
            <a:r>
              <a:rPr lang="en-US" sz="1600" dirty="0" err="1" smtClean="0"/>
              <a:t>কিন্তু</a:t>
            </a:r>
            <a:r>
              <a:rPr lang="en-US" sz="1600" dirty="0" smtClean="0"/>
              <a:t> </a:t>
            </a:r>
            <a:r>
              <a:rPr lang="en-US" sz="1600" dirty="0" err="1" smtClean="0"/>
              <a:t>তাতে</a:t>
            </a:r>
            <a:r>
              <a:rPr lang="en-US" sz="1600" dirty="0" smtClean="0"/>
              <a:t> </a:t>
            </a:r>
            <a:r>
              <a:rPr lang="en-US" sz="1600" dirty="0" err="1" smtClean="0"/>
              <a:t>খুব</a:t>
            </a:r>
            <a:r>
              <a:rPr lang="en-US" sz="1600" dirty="0" smtClean="0"/>
              <a:t> </a:t>
            </a:r>
            <a:r>
              <a:rPr lang="en-US" sz="1600" dirty="0" err="1" smtClean="0"/>
              <a:t>কমই</a:t>
            </a:r>
            <a:r>
              <a:rPr lang="en-US" sz="1600" dirty="0" smtClean="0"/>
              <a:t> </a:t>
            </a:r>
            <a:r>
              <a:rPr lang="en-US" sz="1600" dirty="0" err="1" smtClean="0"/>
              <a:t>আসে</a:t>
            </a:r>
            <a:r>
              <a:rPr lang="en-US" sz="1600" dirty="0" smtClean="0"/>
              <a:t> </a:t>
            </a:r>
            <a:r>
              <a:rPr lang="en-US" sz="1600" dirty="0" err="1" smtClean="0"/>
              <a:t>যায়</a:t>
            </a:r>
            <a:r>
              <a:rPr lang="en-US" sz="1600" dirty="0" smtClean="0"/>
              <a:t>। </a:t>
            </a:r>
            <a:r>
              <a:rPr lang="en-US" sz="1600" dirty="0" err="1" smtClean="0"/>
              <a:t>হলে</a:t>
            </a:r>
            <a:r>
              <a:rPr lang="en-US" sz="1600" dirty="0" smtClean="0"/>
              <a:t> </a:t>
            </a:r>
            <a:r>
              <a:rPr lang="en-US" sz="1600" dirty="0" err="1" smtClean="0"/>
              <a:t>ঢুকার</a:t>
            </a:r>
            <a:r>
              <a:rPr lang="en-US" sz="1600" dirty="0" smtClean="0"/>
              <a:t> </a:t>
            </a:r>
            <a:r>
              <a:rPr lang="en-US" sz="1600" dirty="0" err="1" smtClean="0"/>
              <a:t>আগে</a:t>
            </a:r>
            <a:r>
              <a:rPr lang="en-US" sz="1600" dirty="0" smtClean="0"/>
              <a:t> </a:t>
            </a:r>
            <a:r>
              <a:rPr lang="en-US" sz="1600" dirty="0" err="1" smtClean="0"/>
              <a:t>চোখ</a:t>
            </a:r>
            <a:r>
              <a:rPr lang="en-US" sz="1600" dirty="0" smtClean="0"/>
              <a:t> </a:t>
            </a:r>
            <a:r>
              <a:rPr lang="en-US" sz="1600" dirty="0" err="1" smtClean="0"/>
              <a:t>বুলানোর</a:t>
            </a:r>
            <a:r>
              <a:rPr lang="en-US" sz="1600" dirty="0" smtClean="0"/>
              <a:t> </a:t>
            </a:r>
            <a:r>
              <a:rPr lang="en-US" sz="1600" dirty="0" err="1" smtClean="0"/>
              <a:t>সুযোগ</a:t>
            </a:r>
            <a:r>
              <a:rPr lang="en-US" sz="1600" dirty="0" smtClean="0"/>
              <a:t> </a:t>
            </a:r>
            <a:r>
              <a:rPr lang="en-US" sz="1600" dirty="0" err="1" smtClean="0"/>
              <a:t>পাবোনা</a:t>
            </a:r>
            <a:r>
              <a:rPr lang="en-US" sz="1600" dirty="0" smtClean="0"/>
              <a:t>। </a:t>
            </a:r>
            <a:r>
              <a:rPr lang="en-US" sz="1600" dirty="0" err="1" smtClean="0"/>
              <a:t>তাই</a:t>
            </a:r>
            <a:r>
              <a:rPr lang="en-US" sz="1600" dirty="0" smtClean="0"/>
              <a:t> </a:t>
            </a:r>
            <a:r>
              <a:rPr lang="en-US" sz="1600" dirty="0" err="1" smtClean="0"/>
              <a:t>আরো</a:t>
            </a:r>
            <a:r>
              <a:rPr lang="en-US" sz="1600" dirty="0" smtClean="0"/>
              <a:t> </a:t>
            </a:r>
            <a:r>
              <a:rPr lang="en-US" sz="1600" dirty="0" err="1" smtClean="0"/>
              <a:t>ভালো</a:t>
            </a:r>
            <a:r>
              <a:rPr lang="en-US" sz="1600" dirty="0" smtClean="0"/>
              <a:t> </a:t>
            </a:r>
            <a:r>
              <a:rPr lang="en-US" sz="1600" dirty="0" err="1" smtClean="0"/>
              <a:t>পড়া</a:t>
            </a:r>
            <a:r>
              <a:rPr lang="en-US" sz="1600" dirty="0" smtClean="0"/>
              <a:t> </a:t>
            </a:r>
            <a:r>
              <a:rPr lang="en-US" sz="1600" dirty="0" err="1" smtClean="0"/>
              <a:t>লাগবে</a:t>
            </a:r>
            <a:r>
              <a:rPr lang="en-US" sz="1600" dirty="0" smtClean="0"/>
              <a:t>।</a:t>
            </a:r>
          </a:p>
          <a:p>
            <a:pPr lvl="1"/>
            <a:r>
              <a:rPr lang="en-US" sz="1600" dirty="0" err="1" smtClean="0"/>
              <a:t>আমাদের</a:t>
            </a:r>
            <a:r>
              <a:rPr lang="en-US" sz="1600" dirty="0" smtClean="0"/>
              <a:t> </a:t>
            </a:r>
            <a:r>
              <a:rPr lang="en-US" sz="1600" dirty="0" err="1" smtClean="0"/>
              <a:t>কলেজের</a:t>
            </a:r>
            <a:r>
              <a:rPr lang="en-US" sz="1600" dirty="0" smtClean="0"/>
              <a:t> </a:t>
            </a:r>
            <a:r>
              <a:rPr lang="en-US" sz="1600" dirty="0" err="1" smtClean="0"/>
              <a:t>ছেলেদের</a:t>
            </a:r>
            <a:r>
              <a:rPr lang="en-US" sz="1600" dirty="0" smtClean="0"/>
              <a:t> </a:t>
            </a:r>
            <a:r>
              <a:rPr lang="en-US" sz="1600" dirty="0" err="1" smtClean="0"/>
              <a:t>অনেক</a:t>
            </a:r>
            <a:r>
              <a:rPr lang="en-US" sz="1600" dirty="0" smtClean="0"/>
              <a:t> </a:t>
            </a:r>
            <a:r>
              <a:rPr lang="en-US" sz="1600" dirty="0" err="1" smtClean="0"/>
              <a:t>জ্বালা</a:t>
            </a:r>
            <a:r>
              <a:rPr lang="en-US" sz="1600" dirty="0" smtClean="0"/>
              <a:t> </a:t>
            </a:r>
            <a:r>
              <a:rPr lang="en-US" sz="1600" dirty="0" err="1" smtClean="0"/>
              <a:t>যন্ত্রণা</a:t>
            </a:r>
            <a:r>
              <a:rPr lang="en-US" sz="1600" dirty="0" smtClean="0"/>
              <a:t> </a:t>
            </a:r>
            <a:r>
              <a:rPr lang="en-US" sz="1600" dirty="0" err="1" smtClean="0"/>
              <a:t>দেয়া</a:t>
            </a:r>
            <a:r>
              <a:rPr lang="en-US" sz="1600" dirty="0" smtClean="0"/>
              <a:t> </a:t>
            </a:r>
            <a:r>
              <a:rPr lang="en-US" sz="1600" dirty="0" err="1" smtClean="0"/>
              <a:t>হয়</a:t>
            </a:r>
            <a:r>
              <a:rPr lang="en-US" sz="1600" dirty="0" smtClean="0"/>
              <a:t> </a:t>
            </a:r>
            <a:r>
              <a:rPr lang="en-US" sz="1600" dirty="0" err="1" smtClean="0"/>
              <a:t>হলে</a:t>
            </a:r>
            <a:r>
              <a:rPr lang="en-US" sz="1600" dirty="0" smtClean="0"/>
              <a:t>। </a:t>
            </a:r>
            <a:r>
              <a:rPr lang="en-US" sz="1600" dirty="0" err="1" smtClean="0"/>
              <a:t>অন্য</a:t>
            </a:r>
            <a:r>
              <a:rPr lang="en-US" sz="1600" dirty="0" smtClean="0"/>
              <a:t> </a:t>
            </a:r>
            <a:r>
              <a:rPr lang="en-US" sz="1600" dirty="0" err="1" smtClean="0"/>
              <a:t>কলেজের</a:t>
            </a:r>
            <a:r>
              <a:rPr lang="en-US" sz="1600" dirty="0" smtClean="0"/>
              <a:t> </a:t>
            </a:r>
            <a:r>
              <a:rPr lang="en-US" sz="1600" dirty="0" err="1" smtClean="0"/>
              <a:t>হিংসার</a:t>
            </a:r>
            <a:r>
              <a:rPr lang="en-US" sz="1600" dirty="0" smtClean="0"/>
              <a:t> </a:t>
            </a:r>
            <a:r>
              <a:rPr lang="en-US" sz="1600" dirty="0" err="1" smtClean="0"/>
              <a:t>কারণে</a:t>
            </a:r>
            <a:r>
              <a:rPr lang="en-US" sz="1600" dirty="0" smtClean="0"/>
              <a:t> </a:t>
            </a:r>
            <a:r>
              <a:rPr lang="en-US" sz="1600" dirty="0" err="1" smtClean="0"/>
              <a:t>মূলতঃ</a:t>
            </a:r>
            <a:r>
              <a:rPr lang="en-US" sz="1600" dirty="0" smtClean="0"/>
              <a:t>। </a:t>
            </a:r>
          </a:p>
          <a:p>
            <a:r>
              <a:rPr lang="en-US" sz="2000" dirty="0" smtClean="0"/>
              <a:t>৫। </a:t>
            </a:r>
            <a:r>
              <a:rPr lang="en-US" sz="2000" dirty="0" err="1" smtClean="0"/>
              <a:t>কলেজঃ</a:t>
            </a:r>
            <a:endParaRPr lang="en-US" sz="2000" dirty="0" smtClean="0"/>
          </a:p>
          <a:p>
            <a:pPr lvl="1"/>
            <a:r>
              <a:rPr lang="en-US" sz="1600" dirty="0" err="1" smtClean="0"/>
              <a:t>ব্যবহারিক</a:t>
            </a:r>
            <a:r>
              <a:rPr lang="en-US" sz="1600" dirty="0" smtClean="0"/>
              <a:t> </a:t>
            </a:r>
            <a:r>
              <a:rPr lang="en-US" sz="1600" dirty="0" err="1" smtClean="0"/>
              <a:t>নিয়ে</a:t>
            </a:r>
            <a:r>
              <a:rPr lang="en-US" sz="1600" dirty="0" smtClean="0"/>
              <a:t> </a:t>
            </a:r>
            <a:r>
              <a:rPr lang="en-US" sz="1600" dirty="0" err="1" smtClean="0"/>
              <a:t>একটু</a:t>
            </a:r>
            <a:r>
              <a:rPr lang="en-US" sz="1600" dirty="0" smtClean="0"/>
              <a:t> </a:t>
            </a:r>
            <a:r>
              <a:rPr lang="en-US" sz="1600" dirty="0" err="1" smtClean="0"/>
              <a:t>যন্ত্রণা</a:t>
            </a:r>
            <a:r>
              <a:rPr lang="en-US" sz="1600" dirty="0" smtClean="0"/>
              <a:t> </a:t>
            </a:r>
            <a:r>
              <a:rPr lang="en-US" sz="1600" dirty="0" err="1" smtClean="0"/>
              <a:t>হবে</a:t>
            </a:r>
            <a:r>
              <a:rPr lang="en-US" sz="1600" dirty="0" smtClean="0"/>
              <a:t>।</a:t>
            </a:r>
          </a:p>
          <a:p>
            <a:pPr lvl="1"/>
            <a:r>
              <a:rPr lang="en-US" sz="1600" dirty="0" err="1" smtClean="0"/>
              <a:t>কিন্তু</a:t>
            </a:r>
            <a:r>
              <a:rPr lang="en-US" sz="1600" dirty="0" smtClean="0"/>
              <a:t> </a:t>
            </a:r>
            <a:r>
              <a:rPr lang="en-US" sz="1600" dirty="0" err="1" smtClean="0"/>
              <a:t>হেল্পও</a:t>
            </a:r>
            <a:r>
              <a:rPr lang="en-US" sz="1600" dirty="0" smtClean="0"/>
              <a:t> </a:t>
            </a:r>
            <a:r>
              <a:rPr lang="en-US" sz="1600" dirty="0" err="1" smtClean="0"/>
              <a:t>করবে</a:t>
            </a:r>
            <a:r>
              <a:rPr lang="en-US" sz="1600" dirty="0" smtClean="0"/>
              <a:t> </a:t>
            </a:r>
            <a:r>
              <a:rPr lang="en-US" sz="1600" dirty="0" err="1" smtClean="0"/>
              <a:t>ভালো</a:t>
            </a:r>
            <a:r>
              <a:rPr lang="en-US" sz="1600" dirty="0" smtClean="0"/>
              <a:t>।</a:t>
            </a:r>
          </a:p>
          <a:p>
            <a:pPr lvl="1">
              <a:buNone/>
            </a:pPr>
            <a:r>
              <a:rPr lang="en-US" sz="2000" dirty="0" smtClean="0"/>
              <a:t>৬। </a:t>
            </a:r>
            <a:r>
              <a:rPr lang="en-US" sz="2000" dirty="0" err="1" smtClean="0"/>
              <a:t>সময়ঃ</a:t>
            </a:r>
            <a:endParaRPr lang="en-US" sz="2000" dirty="0" smtClean="0"/>
          </a:p>
          <a:p>
            <a:pPr lvl="1">
              <a:buNone/>
            </a:pPr>
            <a:r>
              <a:rPr lang="en-US" sz="2000" dirty="0" smtClean="0"/>
              <a:t>	</a:t>
            </a:r>
            <a:r>
              <a:rPr lang="en-US" sz="1600" dirty="0" err="1" smtClean="0"/>
              <a:t>নামায</a:t>
            </a:r>
            <a:r>
              <a:rPr lang="en-US" sz="1600" dirty="0" smtClean="0"/>
              <a:t> </a:t>
            </a:r>
            <a:r>
              <a:rPr lang="en-US" sz="1600" dirty="0" err="1" smtClean="0"/>
              <a:t>কালাম</a:t>
            </a:r>
            <a:r>
              <a:rPr lang="en-US" sz="1600" dirty="0" smtClean="0"/>
              <a:t> </a:t>
            </a:r>
            <a:r>
              <a:rPr lang="en-US" sz="1600" dirty="0" err="1" smtClean="0"/>
              <a:t>ঘুম</a:t>
            </a:r>
            <a:r>
              <a:rPr lang="en-US" sz="1600" dirty="0" smtClean="0"/>
              <a:t> </a:t>
            </a:r>
            <a:r>
              <a:rPr lang="en-US" sz="1600" dirty="0" err="1" smtClean="0"/>
              <a:t>খাওয়া</a:t>
            </a:r>
            <a:r>
              <a:rPr lang="en-US" sz="1600" dirty="0" smtClean="0"/>
              <a:t> </a:t>
            </a:r>
            <a:r>
              <a:rPr lang="en-US" sz="1600" dirty="0" err="1" smtClean="0"/>
              <a:t>বাদে</a:t>
            </a:r>
            <a:r>
              <a:rPr lang="en-US" sz="1600" dirty="0" smtClean="0"/>
              <a:t> </a:t>
            </a:r>
            <a:r>
              <a:rPr lang="en-US" sz="1600" dirty="0" err="1" smtClean="0"/>
              <a:t>দিনে</a:t>
            </a:r>
            <a:r>
              <a:rPr lang="en-US" sz="1600" dirty="0" smtClean="0"/>
              <a:t> </a:t>
            </a:r>
            <a:r>
              <a:rPr lang="en-US" sz="1600" dirty="0" err="1" smtClean="0"/>
              <a:t>বাকি</a:t>
            </a:r>
            <a:r>
              <a:rPr lang="en-US" sz="1600" dirty="0" smtClean="0"/>
              <a:t> </a:t>
            </a:r>
            <a:r>
              <a:rPr lang="en-US" sz="1600" dirty="0" err="1" smtClean="0"/>
              <a:t>থাকে</a:t>
            </a:r>
            <a:r>
              <a:rPr lang="en-US" sz="1600" dirty="0" smtClean="0"/>
              <a:t> ১৫ </a:t>
            </a:r>
            <a:r>
              <a:rPr lang="en-US" sz="1600" dirty="0" err="1" smtClean="0"/>
              <a:t>ঘন্টা</a:t>
            </a:r>
            <a:r>
              <a:rPr lang="en-US" sz="1600" dirty="0" smtClean="0"/>
              <a:t>।</a:t>
            </a:r>
          </a:p>
          <a:p>
            <a:pPr lvl="1">
              <a:buNone/>
            </a:pPr>
            <a:r>
              <a:rPr lang="en-US" sz="1600" dirty="0" smtClean="0"/>
              <a:t>	</a:t>
            </a:r>
            <a:r>
              <a:rPr lang="en-US" sz="1600" dirty="0" err="1" smtClean="0"/>
              <a:t>পড়তে</a:t>
            </a:r>
            <a:r>
              <a:rPr lang="en-US" sz="1600" dirty="0" smtClean="0"/>
              <a:t> </a:t>
            </a:r>
            <a:r>
              <a:rPr lang="en-US" sz="1600" dirty="0" err="1" smtClean="0"/>
              <a:t>ভালো</a:t>
            </a:r>
            <a:r>
              <a:rPr lang="en-US" sz="1600" dirty="0" smtClean="0"/>
              <a:t> </a:t>
            </a:r>
            <a:r>
              <a:rPr lang="en-US" sz="1600" dirty="0" err="1" smtClean="0"/>
              <a:t>লাগেনা</a:t>
            </a:r>
            <a:r>
              <a:rPr lang="en-US" sz="1600" dirty="0" smtClean="0"/>
              <a:t> </a:t>
            </a:r>
            <a:r>
              <a:rPr lang="en-US" sz="1600" dirty="0" err="1" smtClean="0"/>
              <a:t>তাই</a:t>
            </a:r>
            <a:r>
              <a:rPr lang="en-US" sz="1600" dirty="0" smtClean="0"/>
              <a:t> </a:t>
            </a:r>
            <a:r>
              <a:rPr lang="en-US" sz="1600" dirty="0" err="1" smtClean="0"/>
              <a:t>সারাদিন</a:t>
            </a:r>
            <a:r>
              <a:rPr lang="en-US" sz="1600" dirty="0" smtClean="0"/>
              <a:t> </a:t>
            </a:r>
            <a:r>
              <a:rPr lang="en-US" sz="1600" dirty="0" err="1" smtClean="0"/>
              <a:t>ছড়ায়</a:t>
            </a:r>
            <a:r>
              <a:rPr lang="en-US" sz="1600" dirty="0" smtClean="0"/>
              <a:t> </a:t>
            </a:r>
            <a:r>
              <a:rPr lang="en-US" sz="1600" dirty="0" err="1" smtClean="0"/>
              <a:t>ছিটায়</a:t>
            </a:r>
            <a:r>
              <a:rPr lang="en-US" sz="1600" dirty="0" smtClean="0"/>
              <a:t> ৪ </a:t>
            </a:r>
            <a:r>
              <a:rPr lang="en-US" sz="1600" dirty="0" err="1" smtClean="0"/>
              <a:t>ঘন্টা</a:t>
            </a:r>
            <a:r>
              <a:rPr lang="en-US" sz="1600" dirty="0" smtClean="0"/>
              <a:t> </a:t>
            </a:r>
            <a:r>
              <a:rPr lang="en-US" sz="1600" dirty="0" err="1" smtClean="0"/>
              <a:t>গেম</a:t>
            </a:r>
            <a:r>
              <a:rPr lang="en-US" sz="1600" dirty="0" smtClean="0"/>
              <a:t> </a:t>
            </a:r>
            <a:r>
              <a:rPr lang="en-US" sz="1600" dirty="0" err="1" smtClean="0"/>
              <a:t>খেলবো</a:t>
            </a:r>
            <a:r>
              <a:rPr lang="en-US" sz="1600" dirty="0" smtClean="0"/>
              <a:t>, </a:t>
            </a:r>
            <a:r>
              <a:rPr lang="en-US" sz="1600" dirty="0" err="1" smtClean="0"/>
              <a:t>সেটা</a:t>
            </a:r>
            <a:r>
              <a:rPr lang="en-US" sz="1600" dirty="0" smtClean="0"/>
              <a:t> </a:t>
            </a:r>
            <a:r>
              <a:rPr lang="en-US" sz="1600" dirty="0" err="1" smtClean="0"/>
              <a:t>হয়তো</a:t>
            </a:r>
            <a:r>
              <a:rPr lang="en-US" sz="1600" dirty="0" smtClean="0"/>
              <a:t> </a:t>
            </a:r>
            <a:r>
              <a:rPr lang="en-US" sz="1600" dirty="0" err="1" smtClean="0"/>
              <a:t>পরে</a:t>
            </a:r>
            <a:r>
              <a:rPr lang="en-US" sz="1600" dirty="0" smtClean="0"/>
              <a:t> </a:t>
            </a:r>
            <a:r>
              <a:rPr lang="en-US" sz="1600" dirty="0" err="1" smtClean="0"/>
              <a:t>কমে</a:t>
            </a:r>
            <a:r>
              <a:rPr lang="en-US" sz="1600" dirty="0" smtClean="0"/>
              <a:t> </a:t>
            </a:r>
            <a:r>
              <a:rPr lang="en-US" sz="1600" dirty="0" err="1" smtClean="0"/>
              <a:t>যাবে</a:t>
            </a:r>
            <a:r>
              <a:rPr lang="en-US" sz="1600" dirty="0" smtClean="0"/>
              <a:t>। </a:t>
            </a:r>
          </a:p>
          <a:p>
            <a:pPr lvl="1">
              <a:buNone/>
            </a:pPr>
            <a:r>
              <a:rPr lang="en-US" sz="1600" dirty="0" smtClean="0"/>
              <a:t>	</a:t>
            </a:r>
            <a:endParaRPr lang="en-US" sz="1600" dirty="0" smtClean="0"/>
          </a:p>
          <a:p>
            <a:pPr lvl="1"/>
            <a:endParaRPr lang="en-US" sz="1600" dirty="0" smtClean="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ইন্টেল</a:t>
            </a:r>
            <a:endParaRPr lang="en-US" dirty="0"/>
          </a:p>
        </p:txBody>
      </p:sp>
      <p:sp>
        <p:nvSpPr>
          <p:cNvPr id="3" name="Content Placeholder 2"/>
          <p:cNvSpPr>
            <a:spLocks noGrp="1"/>
          </p:cNvSpPr>
          <p:nvPr>
            <p:ph idx="1"/>
          </p:nvPr>
        </p:nvSpPr>
        <p:spPr/>
        <p:txBody>
          <a:bodyPr>
            <a:normAutofit/>
          </a:bodyPr>
          <a:lstStyle/>
          <a:p>
            <a:r>
              <a:rPr lang="en-US" sz="2000" dirty="0" smtClean="0"/>
              <a:t>৭। </a:t>
            </a:r>
            <a:r>
              <a:rPr lang="en-US" sz="2000" dirty="0" err="1" smtClean="0"/>
              <a:t>সাহায্যঃ</a:t>
            </a:r>
            <a:endParaRPr lang="en-US" sz="2000" dirty="0" smtClean="0"/>
          </a:p>
          <a:p>
            <a:pPr lvl="1"/>
            <a:r>
              <a:rPr lang="en-US" sz="1600" dirty="0" err="1" smtClean="0"/>
              <a:t>অতিরিক্ত</a:t>
            </a:r>
            <a:r>
              <a:rPr lang="en-US" sz="1600" dirty="0" smtClean="0"/>
              <a:t> </a:t>
            </a:r>
            <a:r>
              <a:rPr lang="en-US" sz="1600" dirty="0" err="1" smtClean="0"/>
              <a:t>ব্যাচ</a:t>
            </a:r>
            <a:r>
              <a:rPr lang="en-US" sz="1600" dirty="0" smtClean="0"/>
              <a:t> </a:t>
            </a:r>
            <a:r>
              <a:rPr lang="en-US" sz="1600" dirty="0" err="1" smtClean="0"/>
              <a:t>পড়িনা</a:t>
            </a:r>
            <a:r>
              <a:rPr lang="en-US" sz="1600" dirty="0" smtClean="0"/>
              <a:t> </a:t>
            </a:r>
            <a:r>
              <a:rPr lang="en-US" sz="1600" dirty="0" err="1" smtClean="0"/>
              <a:t>কিন্তু</a:t>
            </a:r>
            <a:r>
              <a:rPr lang="en-US" sz="1600" dirty="0" smtClean="0"/>
              <a:t> </a:t>
            </a:r>
            <a:r>
              <a:rPr lang="en-US" sz="1600" dirty="0" err="1" smtClean="0"/>
              <a:t>এমন</a:t>
            </a:r>
            <a:r>
              <a:rPr lang="en-US" sz="1600" dirty="0" smtClean="0"/>
              <a:t> </a:t>
            </a:r>
            <a:r>
              <a:rPr lang="en-US" sz="1600" dirty="0" err="1" smtClean="0"/>
              <a:t>স্যার</a:t>
            </a:r>
            <a:r>
              <a:rPr lang="en-US" sz="1600" dirty="0" smtClean="0"/>
              <a:t> </a:t>
            </a:r>
            <a:r>
              <a:rPr lang="en-US" sz="1600" dirty="0" err="1" smtClean="0"/>
              <a:t>আছেন</a:t>
            </a:r>
            <a:r>
              <a:rPr lang="en-US" sz="1600" dirty="0" smtClean="0"/>
              <a:t> </a:t>
            </a:r>
            <a:r>
              <a:rPr lang="en-US" sz="1600" dirty="0" err="1" smtClean="0"/>
              <a:t>যারা</a:t>
            </a:r>
            <a:r>
              <a:rPr lang="en-US" sz="1600" dirty="0" smtClean="0"/>
              <a:t> </a:t>
            </a:r>
            <a:r>
              <a:rPr lang="en-US" sz="1600" dirty="0" err="1" smtClean="0"/>
              <a:t>ভেজাল</a:t>
            </a:r>
            <a:r>
              <a:rPr lang="en-US" sz="1600" dirty="0" smtClean="0"/>
              <a:t> </a:t>
            </a:r>
            <a:r>
              <a:rPr lang="en-US" sz="1600" dirty="0" err="1" smtClean="0"/>
              <a:t>থেকে</a:t>
            </a:r>
            <a:r>
              <a:rPr lang="en-US" sz="1600" dirty="0" smtClean="0"/>
              <a:t> </a:t>
            </a:r>
            <a:r>
              <a:rPr lang="en-US" sz="1600" dirty="0" err="1" smtClean="0"/>
              <a:t>আঁচায়</a:t>
            </a:r>
            <a:r>
              <a:rPr lang="en-US" sz="1600" dirty="0" smtClean="0"/>
              <a:t> </a:t>
            </a:r>
            <a:r>
              <a:rPr lang="en-US" sz="1600" dirty="0" err="1" smtClean="0"/>
              <a:t>আনতে</a:t>
            </a:r>
            <a:r>
              <a:rPr lang="en-US" sz="1600" dirty="0" smtClean="0"/>
              <a:t> </a:t>
            </a:r>
            <a:r>
              <a:rPr lang="en-US" sz="1600" dirty="0" err="1" smtClean="0"/>
              <a:t>পারবে</a:t>
            </a:r>
            <a:r>
              <a:rPr lang="en-US" sz="1600" dirty="0" smtClean="0"/>
              <a:t> </a:t>
            </a:r>
            <a:r>
              <a:rPr lang="en-US" sz="1600" dirty="0" err="1" smtClean="0"/>
              <a:t>যখন</a:t>
            </a:r>
            <a:r>
              <a:rPr lang="en-US" sz="1600" dirty="0" smtClean="0"/>
              <a:t> </a:t>
            </a:r>
            <a:r>
              <a:rPr lang="en-US" sz="1600" dirty="0" err="1" smtClean="0"/>
              <a:t>যাবো</a:t>
            </a:r>
            <a:r>
              <a:rPr lang="en-US" sz="1600" dirty="0" smtClean="0"/>
              <a:t> </a:t>
            </a:r>
            <a:r>
              <a:rPr lang="en-US" sz="1600" dirty="0" err="1" smtClean="0"/>
              <a:t>তাদের</a:t>
            </a:r>
            <a:r>
              <a:rPr lang="en-US" sz="1600" dirty="0" smtClean="0"/>
              <a:t> </a:t>
            </a:r>
            <a:r>
              <a:rPr lang="en-US" sz="1600" dirty="0" err="1" smtClean="0"/>
              <a:t>কাছে</a:t>
            </a:r>
            <a:r>
              <a:rPr lang="en-US" sz="1600" dirty="0" smtClean="0"/>
              <a:t>। </a:t>
            </a:r>
            <a:r>
              <a:rPr lang="en-US" sz="1600" dirty="0" err="1" smtClean="0"/>
              <a:t>কিন্তু</a:t>
            </a:r>
            <a:r>
              <a:rPr lang="en-US" sz="1600" dirty="0" smtClean="0"/>
              <a:t> </a:t>
            </a:r>
            <a:r>
              <a:rPr lang="en-US" sz="1600" dirty="0" err="1" smtClean="0"/>
              <a:t>একবারে</a:t>
            </a:r>
            <a:r>
              <a:rPr lang="en-US" sz="1600" dirty="0" smtClean="0"/>
              <a:t> </a:t>
            </a:r>
            <a:r>
              <a:rPr lang="en-US" sz="1600" dirty="0" err="1" smtClean="0"/>
              <a:t>সবকিছু</a:t>
            </a:r>
            <a:r>
              <a:rPr lang="en-US" sz="1600" dirty="0" smtClean="0"/>
              <a:t> </a:t>
            </a:r>
            <a:r>
              <a:rPr lang="en-US" sz="1600" dirty="0" err="1" smtClean="0"/>
              <a:t>গুছায়</a:t>
            </a:r>
            <a:r>
              <a:rPr lang="en-US" sz="1600" dirty="0" smtClean="0"/>
              <a:t> </a:t>
            </a:r>
            <a:r>
              <a:rPr lang="en-US" sz="1600" dirty="0" err="1" smtClean="0"/>
              <a:t>দেখাতে</a:t>
            </a:r>
            <a:r>
              <a:rPr lang="en-US" sz="1600" dirty="0" smtClean="0"/>
              <a:t> </a:t>
            </a:r>
            <a:r>
              <a:rPr lang="en-US" sz="1600" dirty="0" err="1" smtClean="0"/>
              <a:t>হবে</a:t>
            </a:r>
            <a:r>
              <a:rPr lang="en-US" sz="1600" dirty="0" smtClean="0"/>
              <a:t> </a:t>
            </a:r>
            <a:r>
              <a:rPr lang="en-US" sz="1600" dirty="0" smtClean="0"/>
              <a:t>। </a:t>
            </a:r>
          </a:p>
          <a:p>
            <a:pPr lvl="1"/>
            <a:r>
              <a:rPr lang="en-US" sz="1600" dirty="0" err="1" smtClean="0"/>
              <a:t>গণিত</a:t>
            </a:r>
            <a:r>
              <a:rPr lang="en-US" sz="1600" dirty="0" smtClean="0"/>
              <a:t> </a:t>
            </a:r>
            <a:r>
              <a:rPr lang="en-US" sz="1600" dirty="0" err="1" smtClean="0"/>
              <a:t>করার</a:t>
            </a:r>
            <a:r>
              <a:rPr lang="en-US" sz="1600" dirty="0" smtClean="0"/>
              <a:t> </a:t>
            </a:r>
            <a:r>
              <a:rPr lang="en-US" sz="1600" dirty="0" err="1" smtClean="0"/>
              <a:t>গতি</a:t>
            </a:r>
            <a:r>
              <a:rPr lang="en-US" sz="1600" dirty="0" smtClean="0"/>
              <a:t> </a:t>
            </a:r>
            <a:r>
              <a:rPr lang="en-US" sz="1600" dirty="0" err="1" smtClean="0"/>
              <a:t>কম</a:t>
            </a:r>
            <a:r>
              <a:rPr lang="en-US" sz="1600" dirty="0" smtClean="0"/>
              <a:t>,</a:t>
            </a:r>
          </a:p>
          <a:p>
            <a:pPr lvl="1"/>
            <a:r>
              <a:rPr lang="en-US" sz="1600" dirty="0" err="1" smtClean="0"/>
              <a:t>পদার্থবিজ্ঞান</a:t>
            </a:r>
            <a:r>
              <a:rPr lang="en-US" sz="1600" dirty="0" smtClean="0"/>
              <a:t> </a:t>
            </a:r>
            <a:r>
              <a:rPr lang="en-US" sz="1600" dirty="0" err="1" smtClean="0"/>
              <a:t>এর</a:t>
            </a:r>
            <a:r>
              <a:rPr lang="en-US" sz="1600" dirty="0" smtClean="0"/>
              <a:t> </a:t>
            </a:r>
            <a:r>
              <a:rPr lang="en-US" sz="1600" dirty="0" err="1" smtClean="0"/>
              <a:t>সব</a:t>
            </a:r>
            <a:r>
              <a:rPr lang="en-US" sz="1600" dirty="0" smtClean="0"/>
              <a:t> </a:t>
            </a:r>
            <a:r>
              <a:rPr lang="en-US" sz="1600" dirty="0" err="1" smtClean="0"/>
              <a:t>বেসিক</a:t>
            </a:r>
            <a:r>
              <a:rPr lang="en-US" sz="1600" dirty="0" smtClean="0"/>
              <a:t> </a:t>
            </a:r>
            <a:r>
              <a:rPr lang="en-US" sz="1600" dirty="0" err="1" smtClean="0"/>
              <a:t>অনেক</a:t>
            </a:r>
            <a:r>
              <a:rPr lang="en-US" sz="1600" dirty="0" smtClean="0"/>
              <a:t> </a:t>
            </a:r>
            <a:r>
              <a:rPr lang="en-US" sz="1600" dirty="0" err="1" smtClean="0"/>
              <a:t>স্ট্রং</a:t>
            </a:r>
            <a:endParaRPr lang="en-US" sz="1600" dirty="0" smtClean="0"/>
          </a:p>
          <a:p>
            <a:pPr lvl="1"/>
            <a:r>
              <a:rPr lang="en-US" sz="1600" dirty="0" err="1" smtClean="0"/>
              <a:t>কেমিস্ট্রি</a:t>
            </a:r>
            <a:r>
              <a:rPr lang="en-US" sz="1600" dirty="0" smtClean="0"/>
              <a:t> </a:t>
            </a:r>
            <a:r>
              <a:rPr lang="en-US" sz="1600" dirty="0" err="1" smtClean="0"/>
              <a:t>বেসিক</a:t>
            </a:r>
            <a:r>
              <a:rPr lang="en-US" sz="1600" dirty="0" smtClean="0"/>
              <a:t> </a:t>
            </a:r>
            <a:r>
              <a:rPr lang="en-US" sz="1600" dirty="0" err="1" smtClean="0"/>
              <a:t>ভালো</a:t>
            </a:r>
            <a:r>
              <a:rPr lang="en-US" sz="1600" dirty="0" smtClean="0"/>
              <a:t> </a:t>
            </a:r>
            <a:r>
              <a:rPr lang="en-US" sz="1600" dirty="0" err="1" smtClean="0"/>
              <a:t>কিন্তু</a:t>
            </a:r>
            <a:r>
              <a:rPr lang="en-US" sz="1600" dirty="0" smtClean="0"/>
              <a:t> </a:t>
            </a:r>
            <a:r>
              <a:rPr lang="en-US" sz="1600" dirty="0" err="1" smtClean="0"/>
              <a:t>পড়া</a:t>
            </a:r>
            <a:r>
              <a:rPr lang="en-US" sz="1600" dirty="0" smtClean="0"/>
              <a:t> </a:t>
            </a:r>
            <a:r>
              <a:rPr lang="en-US" sz="1600" dirty="0" err="1" smtClean="0"/>
              <a:t>হয়েছে</a:t>
            </a:r>
            <a:r>
              <a:rPr lang="en-US" sz="1600" dirty="0" smtClean="0"/>
              <a:t> </a:t>
            </a:r>
            <a:r>
              <a:rPr lang="en-US" sz="1600" dirty="0" err="1" smtClean="0"/>
              <a:t>কম</a:t>
            </a:r>
            <a:r>
              <a:rPr lang="en-US" sz="1600" dirty="0" smtClean="0"/>
              <a:t>, </a:t>
            </a:r>
            <a:r>
              <a:rPr lang="en-US" sz="1600" dirty="0" err="1" smtClean="0"/>
              <a:t>মানে</a:t>
            </a:r>
            <a:r>
              <a:rPr lang="en-US" sz="1600" dirty="0" smtClean="0"/>
              <a:t> </a:t>
            </a:r>
            <a:r>
              <a:rPr lang="en-US" sz="1600" dirty="0" err="1" smtClean="0"/>
              <a:t>অনেক</a:t>
            </a:r>
            <a:r>
              <a:rPr lang="en-US" sz="1600" dirty="0" smtClean="0"/>
              <a:t> </a:t>
            </a:r>
            <a:r>
              <a:rPr lang="en-US" sz="1600" dirty="0" err="1" smtClean="0"/>
              <a:t>কম</a:t>
            </a:r>
            <a:r>
              <a:rPr lang="en-US" sz="1600" dirty="0" smtClean="0"/>
              <a:t>। </a:t>
            </a:r>
            <a:r>
              <a:rPr lang="en-US" sz="1600" dirty="0" err="1" smtClean="0"/>
              <a:t>বিশেষতঃ</a:t>
            </a:r>
            <a:r>
              <a:rPr lang="en-US" sz="1600" dirty="0" smtClean="0"/>
              <a:t> ২য় </a:t>
            </a:r>
            <a:r>
              <a:rPr lang="en-US" sz="1600" dirty="0" err="1" smtClean="0"/>
              <a:t>পত্রে</a:t>
            </a:r>
            <a:r>
              <a:rPr lang="en-US" sz="1600" dirty="0" smtClean="0"/>
              <a:t>।</a:t>
            </a:r>
          </a:p>
          <a:p>
            <a:r>
              <a:rPr lang="en-US" sz="2000" dirty="0" smtClean="0"/>
              <a:t>৮। </a:t>
            </a:r>
            <a:r>
              <a:rPr lang="en-US" sz="2000" dirty="0" err="1" smtClean="0"/>
              <a:t>ঘুমঃ</a:t>
            </a:r>
            <a:endParaRPr lang="en-US" sz="2000" dirty="0" smtClean="0"/>
          </a:p>
          <a:p>
            <a:pPr lvl="1"/>
            <a:r>
              <a:rPr lang="en-US" sz="1600" dirty="0" smtClean="0"/>
              <a:t>৫ </a:t>
            </a:r>
            <a:r>
              <a:rPr lang="en-US" sz="1600" dirty="0" err="1" smtClean="0"/>
              <a:t>ঘন্টা</a:t>
            </a:r>
            <a:r>
              <a:rPr lang="en-US" sz="1600" dirty="0" smtClean="0"/>
              <a:t> </a:t>
            </a:r>
            <a:r>
              <a:rPr lang="en-US" sz="1600" dirty="0" err="1" smtClean="0"/>
              <a:t>ঘুম</a:t>
            </a:r>
            <a:r>
              <a:rPr lang="en-US" sz="1600" dirty="0" smtClean="0"/>
              <a:t> </a:t>
            </a:r>
            <a:r>
              <a:rPr lang="en-US" sz="1600" dirty="0" err="1" smtClean="0"/>
              <a:t>ভালোই</a:t>
            </a:r>
            <a:r>
              <a:rPr lang="en-US" sz="1600" dirty="0" smtClean="0"/>
              <a:t> </a:t>
            </a:r>
            <a:r>
              <a:rPr lang="en-US" sz="1600" dirty="0" err="1" smtClean="0"/>
              <a:t>হয়</a:t>
            </a:r>
            <a:r>
              <a:rPr lang="en-US" sz="1600" dirty="0" smtClean="0"/>
              <a:t>, </a:t>
            </a:r>
            <a:r>
              <a:rPr lang="en-US" sz="1600" dirty="0" err="1" smtClean="0"/>
              <a:t>কিন্তু</a:t>
            </a:r>
            <a:r>
              <a:rPr lang="en-US" sz="1600" dirty="0" smtClean="0"/>
              <a:t> </a:t>
            </a:r>
            <a:r>
              <a:rPr lang="en-US" sz="1600" dirty="0" err="1" smtClean="0"/>
              <a:t>মন</a:t>
            </a:r>
            <a:r>
              <a:rPr lang="en-US" sz="1600" dirty="0" smtClean="0"/>
              <a:t> </a:t>
            </a:r>
            <a:r>
              <a:rPr lang="en-US" sz="1600" dirty="0" err="1" smtClean="0"/>
              <a:t>খারাপ</a:t>
            </a:r>
            <a:r>
              <a:rPr lang="en-US" sz="1600" dirty="0" smtClean="0"/>
              <a:t> </a:t>
            </a:r>
            <a:r>
              <a:rPr lang="en-US" sz="1600" dirty="0" err="1" smtClean="0"/>
              <a:t>হওয়া</a:t>
            </a:r>
            <a:r>
              <a:rPr lang="en-US" sz="1600" dirty="0" smtClean="0"/>
              <a:t> </a:t>
            </a:r>
            <a:r>
              <a:rPr lang="en-US" sz="1600" dirty="0" err="1" smtClean="0"/>
              <a:t>শুরু</a:t>
            </a:r>
            <a:r>
              <a:rPr lang="en-US" sz="1600" dirty="0" smtClean="0"/>
              <a:t> </a:t>
            </a:r>
            <a:r>
              <a:rPr lang="en-US" sz="1600" dirty="0" err="1" smtClean="0"/>
              <a:t>করলে</a:t>
            </a:r>
            <a:r>
              <a:rPr lang="en-US" sz="1600" dirty="0" smtClean="0"/>
              <a:t> </a:t>
            </a:r>
            <a:r>
              <a:rPr lang="en-US" sz="1600" dirty="0" err="1" smtClean="0"/>
              <a:t>ঘুম</a:t>
            </a:r>
            <a:r>
              <a:rPr lang="en-US" sz="1600" dirty="0" smtClean="0"/>
              <a:t> </a:t>
            </a:r>
            <a:r>
              <a:rPr lang="en-US" sz="1600" dirty="0" err="1" smtClean="0"/>
              <a:t>একটানা</a:t>
            </a:r>
            <a:r>
              <a:rPr lang="en-US" sz="1600" dirty="0" smtClean="0"/>
              <a:t> ১৪-১৫ </a:t>
            </a:r>
            <a:r>
              <a:rPr lang="en-US" sz="1600" dirty="0" err="1" smtClean="0"/>
              <a:t>ঘন্টাও</a:t>
            </a:r>
            <a:r>
              <a:rPr lang="en-US" sz="1600" dirty="0" smtClean="0"/>
              <a:t> </a:t>
            </a:r>
            <a:r>
              <a:rPr lang="en-US" sz="1600" dirty="0" err="1" smtClean="0"/>
              <a:t>হয়</a:t>
            </a:r>
            <a:r>
              <a:rPr lang="en-US" sz="1600" dirty="0" smtClean="0"/>
              <a:t>।</a:t>
            </a:r>
          </a:p>
          <a:p>
            <a:pPr lvl="1"/>
            <a:r>
              <a:rPr lang="en-US" sz="1600" dirty="0" err="1" smtClean="0"/>
              <a:t>ভোরের</a:t>
            </a:r>
            <a:r>
              <a:rPr lang="en-US" sz="1600" dirty="0" smtClean="0"/>
              <a:t> </a:t>
            </a:r>
            <a:r>
              <a:rPr lang="en-US" sz="1600" dirty="0" err="1" smtClean="0"/>
              <a:t>পর</a:t>
            </a:r>
            <a:r>
              <a:rPr lang="en-US" sz="1600" dirty="0" smtClean="0"/>
              <a:t> </a:t>
            </a:r>
            <a:r>
              <a:rPr lang="en-US" sz="1600" dirty="0" err="1" smtClean="0"/>
              <a:t>ঘুমানো</a:t>
            </a:r>
            <a:r>
              <a:rPr lang="en-US" sz="1600" dirty="0" smtClean="0"/>
              <a:t> </a:t>
            </a:r>
            <a:r>
              <a:rPr lang="en-US" sz="1600" dirty="0" err="1" smtClean="0"/>
              <a:t>বন্ধ</a:t>
            </a:r>
            <a:r>
              <a:rPr lang="en-US" sz="1600" dirty="0" smtClean="0"/>
              <a:t> </a:t>
            </a:r>
            <a:r>
              <a:rPr lang="en-US" sz="1600" dirty="0" err="1" smtClean="0"/>
              <a:t>হয়ে</a:t>
            </a:r>
            <a:r>
              <a:rPr lang="en-US" sz="1600" dirty="0" smtClean="0"/>
              <a:t> </a:t>
            </a:r>
            <a:r>
              <a:rPr lang="en-US" sz="1600" dirty="0" err="1" smtClean="0"/>
              <a:t>যাবে</a:t>
            </a:r>
            <a:r>
              <a:rPr lang="en-US" sz="1600" dirty="0" smtClean="0"/>
              <a:t> </a:t>
            </a:r>
            <a:r>
              <a:rPr lang="en-US" sz="1600" dirty="0" err="1" smtClean="0"/>
              <a:t>এর</a:t>
            </a:r>
            <a:r>
              <a:rPr lang="en-US" sz="1600" dirty="0" smtClean="0"/>
              <a:t> </a:t>
            </a:r>
            <a:r>
              <a:rPr lang="en-US" sz="1600" dirty="0" err="1" smtClean="0"/>
              <a:t>পর</a:t>
            </a:r>
            <a:r>
              <a:rPr lang="en-US" sz="1600" dirty="0" smtClean="0"/>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লক্ষ্য</a:t>
            </a:r>
            <a:endParaRPr lang="en-US" dirty="0"/>
          </a:p>
        </p:txBody>
      </p:sp>
      <p:sp>
        <p:nvSpPr>
          <p:cNvPr id="3" name="Content Placeholder 2"/>
          <p:cNvSpPr>
            <a:spLocks noGrp="1"/>
          </p:cNvSpPr>
          <p:nvPr>
            <p:ph idx="1"/>
          </p:nvPr>
        </p:nvSpPr>
        <p:spPr/>
        <p:txBody>
          <a:bodyPr/>
          <a:lstStyle/>
          <a:p>
            <a:r>
              <a:rPr lang="en-US" sz="2000" dirty="0" smtClean="0"/>
              <a:t>১। </a:t>
            </a:r>
            <a:r>
              <a:rPr lang="en-US" sz="2000" b="1" dirty="0" err="1" smtClean="0"/>
              <a:t>নভেম্বর</a:t>
            </a:r>
            <a:r>
              <a:rPr lang="en-US" sz="2000" b="1" dirty="0" smtClean="0"/>
              <a:t> ১৫ </a:t>
            </a:r>
            <a:r>
              <a:rPr lang="en-US" sz="2000" dirty="0" err="1" smtClean="0"/>
              <a:t>এর</a:t>
            </a:r>
            <a:r>
              <a:rPr lang="en-US" sz="2000" dirty="0" smtClean="0"/>
              <a:t> </a:t>
            </a:r>
            <a:r>
              <a:rPr lang="en-US" sz="2000" dirty="0" err="1" smtClean="0"/>
              <a:t>ভেতর</a:t>
            </a:r>
            <a:r>
              <a:rPr lang="en-US" sz="2000" dirty="0" smtClean="0"/>
              <a:t> </a:t>
            </a:r>
            <a:r>
              <a:rPr lang="en-US" sz="2000" dirty="0" err="1" smtClean="0"/>
              <a:t>প্রাসঙ্গিক</a:t>
            </a:r>
            <a:r>
              <a:rPr lang="en-US" sz="2000" dirty="0" smtClean="0"/>
              <a:t> </a:t>
            </a:r>
            <a:r>
              <a:rPr lang="en-US" sz="2000" dirty="0" err="1" smtClean="0"/>
              <a:t>সকল</a:t>
            </a:r>
            <a:r>
              <a:rPr lang="en-US" sz="2000" dirty="0" smtClean="0"/>
              <a:t> </a:t>
            </a:r>
            <a:r>
              <a:rPr lang="en-US" sz="2000" dirty="0" err="1" smtClean="0"/>
              <a:t>বোর্ডের</a:t>
            </a:r>
            <a:r>
              <a:rPr lang="en-US" sz="2000" dirty="0" smtClean="0"/>
              <a:t> </a:t>
            </a:r>
            <a:r>
              <a:rPr lang="en-US" sz="2000" dirty="0" err="1" smtClean="0"/>
              <a:t>প্রশ্ন</a:t>
            </a:r>
            <a:r>
              <a:rPr lang="en-US" sz="2000" dirty="0" smtClean="0"/>
              <a:t> </a:t>
            </a:r>
            <a:r>
              <a:rPr lang="en-US" sz="2000" dirty="0" err="1" smtClean="0"/>
              <a:t>অন্ততঃ</a:t>
            </a:r>
            <a:r>
              <a:rPr lang="en-US" sz="2000" dirty="0" smtClean="0"/>
              <a:t> </a:t>
            </a:r>
            <a:r>
              <a:rPr lang="en-US" sz="2000" dirty="0" err="1" smtClean="0"/>
              <a:t>একবার</a:t>
            </a:r>
            <a:r>
              <a:rPr lang="en-US" sz="2000" dirty="0" smtClean="0"/>
              <a:t> </a:t>
            </a:r>
            <a:r>
              <a:rPr lang="en-US" sz="2000" dirty="0" err="1" smtClean="0"/>
              <a:t>সমাধান</a:t>
            </a:r>
            <a:r>
              <a:rPr lang="en-US" sz="2000" dirty="0" smtClean="0"/>
              <a:t> </a:t>
            </a:r>
            <a:r>
              <a:rPr lang="en-US" sz="2000" dirty="0" err="1" smtClean="0"/>
              <a:t>করতে</a:t>
            </a:r>
            <a:r>
              <a:rPr lang="en-US" sz="2000" dirty="0" smtClean="0"/>
              <a:t> </a:t>
            </a:r>
            <a:r>
              <a:rPr lang="en-US" sz="2000" dirty="0" err="1" smtClean="0"/>
              <a:t>সক্ষম</a:t>
            </a:r>
            <a:r>
              <a:rPr lang="en-US" sz="2000" dirty="0" smtClean="0"/>
              <a:t> </a:t>
            </a:r>
            <a:r>
              <a:rPr lang="en-US" sz="2000" dirty="0" err="1" smtClean="0"/>
              <a:t>হওয়া</a:t>
            </a:r>
            <a:r>
              <a:rPr lang="en-US" sz="2000" dirty="0" smtClean="0"/>
              <a:t>।</a:t>
            </a:r>
          </a:p>
          <a:p>
            <a:r>
              <a:rPr lang="en-US" sz="2000" dirty="0" smtClean="0"/>
              <a:t>২। </a:t>
            </a:r>
            <a:r>
              <a:rPr lang="en-US" sz="2000" dirty="0" err="1" smtClean="0"/>
              <a:t>গণিতে</a:t>
            </a:r>
            <a:r>
              <a:rPr lang="en-US" sz="2000" dirty="0" smtClean="0"/>
              <a:t> </a:t>
            </a:r>
            <a:r>
              <a:rPr lang="en-US" sz="2000" b="1" dirty="0" err="1" smtClean="0"/>
              <a:t>গতি</a:t>
            </a:r>
            <a:r>
              <a:rPr lang="en-US" sz="2000" dirty="0" smtClean="0"/>
              <a:t> </a:t>
            </a:r>
            <a:r>
              <a:rPr lang="en-US" sz="2000" dirty="0" err="1" smtClean="0"/>
              <a:t>বাড়াতে</a:t>
            </a:r>
            <a:r>
              <a:rPr lang="en-US" sz="2000" dirty="0" smtClean="0"/>
              <a:t> </a:t>
            </a:r>
            <a:r>
              <a:rPr lang="en-US" sz="2000" dirty="0" err="1" smtClean="0"/>
              <a:t>হবে</a:t>
            </a:r>
            <a:r>
              <a:rPr lang="en-US" sz="2000" dirty="0" smtClean="0"/>
              <a:t>।</a:t>
            </a:r>
          </a:p>
          <a:p>
            <a:r>
              <a:rPr lang="en-US" sz="2000" dirty="0" smtClean="0"/>
              <a:t>৩। </a:t>
            </a:r>
            <a:r>
              <a:rPr lang="en-US" sz="2000" dirty="0" err="1" smtClean="0"/>
              <a:t>কেমিস্ট্রিতে</a:t>
            </a:r>
            <a:r>
              <a:rPr lang="en-US" sz="2000" dirty="0" smtClean="0"/>
              <a:t> </a:t>
            </a:r>
            <a:r>
              <a:rPr lang="en-US" sz="2000" b="1" dirty="0" err="1" smtClean="0"/>
              <a:t>জৈব</a:t>
            </a:r>
            <a:r>
              <a:rPr lang="en-US" sz="2000" b="1" dirty="0" smtClean="0"/>
              <a:t> </a:t>
            </a:r>
            <a:r>
              <a:rPr lang="en-US" sz="2000" b="1" dirty="0" err="1" smtClean="0"/>
              <a:t>রসায়নের</a:t>
            </a:r>
            <a:r>
              <a:rPr lang="en-US" sz="2000" dirty="0" smtClean="0"/>
              <a:t> </a:t>
            </a:r>
            <a:r>
              <a:rPr lang="en-US" sz="2000" dirty="0" err="1" smtClean="0"/>
              <a:t>দূর্বলতা</a:t>
            </a:r>
            <a:r>
              <a:rPr lang="en-US" sz="2000" dirty="0" smtClean="0"/>
              <a:t> </a:t>
            </a:r>
            <a:r>
              <a:rPr lang="en-US" sz="2000" dirty="0" err="1" smtClean="0"/>
              <a:t>দূর</a:t>
            </a:r>
            <a:r>
              <a:rPr lang="en-US" sz="2000" dirty="0" smtClean="0"/>
              <a:t> </a:t>
            </a:r>
            <a:r>
              <a:rPr lang="en-US" sz="2000" dirty="0" err="1" smtClean="0"/>
              <a:t>করতে</a:t>
            </a:r>
            <a:r>
              <a:rPr lang="en-US" sz="2000" dirty="0" smtClean="0"/>
              <a:t> </a:t>
            </a:r>
            <a:r>
              <a:rPr lang="en-US" sz="2000" dirty="0" err="1" smtClean="0"/>
              <a:t>হবে</a:t>
            </a:r>
            <a:r>
              <a:rPr lang="en-US" sz="2000" dirty="0" smtClean="0"/>
              <a:t>।</a:t>
            </a:r>
          </a:p>
          <a:p>
            <a:r>
              <a:rPr lang="en-US" sz="2000" dirty="0" smtClean="0"/>
              <a:t>৪। </a:t>
            </a:r>
            <a:r>
              <a:rPr lang="en-US" sz="2000" dirty="0" err="1" smtClean="0"/>
              <a:t>পদার্থবিজ্ঞানে</a:t>
            </a:r>
            <a:r>
              <a:rPr lang="en-US" sz="2000" dirty="0" smtClean="0"/>
              <a:t> </a:t>
            </a:r>
            <a:r>
              <a:rPr lang="en-US" sz="2000" b="1" dirty="0" err="1" smtClean="0"/>
              <a:t>নিরংকুশ</a:t>
            </a:r>
            <a:r>
              <a:rPr lang="en-US" sz="2000" dirty="0" smtClean="0"/>
              <a:t> </a:t>
            </a:r>
            <a:r>
              <a:rPr lang="en-US" sz="2000" dirty="0" err="1" smtClean="0"/>
              <a:t>দখল</a:t>
            </a:r>
            <a:r>
              <a:rPr lang="en-US" sz="2000" dirty="0" smtClean="0"/>
              <a:t> </a:t>
            </a:r>
            <a:r>
              <a:rPr lang="en-US" sz="2000" dirty="0" err="1" smtClean="0"/>
              <a:t>বজায়</a:t>
            </a:r>
            <a:r>
              <a:rPr lang="en-US" sz="2000" dirty="0" smtClean="0"/>
              <a:t> </a:t>
            </a:r>
            <a:r>
              <a:rPr lang="en-US" sz="2000" dirty="0" err="1" smtClean="0"/>
              <a:t>রাখা</a:t>
            </a:r>
            <a:r>
              <a:rPr lang="en-US" sz="2000" dirty="0" smtClean="0"/>
              <a:t> </a:t>
            </a:r>
            <a:r>
              <a:rPr lang="en-US" sz="2000" dirty="0" err="1" smtClean="0"/>
              <a:t>লাগবে</a:t>
            </a:r>
            <a:r>
              <a:rPr lang="en-US" sz="2000" dirty="0" smtClean="0"/>
              <a:t>।</a:t>
            </a:r>
            <a:endParaRPr lang="en-US" sz="20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পরিকল্পনা</a:t>
            </a:r>
            <a:r>
              <a:rPr lang="en-US" dirty="0" smtClean="0"/>
              <a:t> ১ – </a:t>
            </a:r>
            <a:r>
              <a:rPr lang="en-US" dirty="0" err="1" smtClean="0"/>
              <a:t>নভেম্বর</a:t>
            </a:r>
            <a:r>
              <a:rPr lang="en-US" dirty="0" smtClean="0"/>
              <a:t> ১৫</a:t>
            </a:r>
            <a:endParaRPr lang="en-US" dirty="0"/>
          </a:p>
        </p:txBody>
      </p:sp>
      <p:sp>
        <p:nvSpPr>
          <p:cNvPr id="3" name="Content Placeholder 2"/>
          <p:cNvSpPr>
            <a:spLocks noGrp="1"/>
          </p:cNvSpPr>
          <p:nvPr>
            <p:ph idx="1"/>
          </p:nvPr>
        </p:nvSpPr>
        <p:spPr/>
        <p:txBody>
          <a:bodyPr>
            <a:normAutofit lnSpcReduction="10000"/>
          </a:bodyPr>
          <a:lstStyle/>
          <a:p>
            <a:r>
              <a:rPr lang="en-US" sz="2000" dirty="0" err="1" smtClean="0"/>
              <a:t>হাতে</a:t>
            </a:r>
            <a:r>
              <a:rPr lang="en-US" sz="2000" dirty="0" smtClean="0"/>
              <a:t> </a:t>
            </a:r>
            <a:r>
              <a:rPr lang="en-US" sz="2000" dirty="0" err="1" smtClean="0"/>
              <a:t>যা</a:t>
            </a:r>
            <a:r>
              <a:rPr lang="en-US" sz="2000" dirty="0" smtClean="0"/>
              <a:t> </a:t>
            </a:r>
            <a:r>
              <a:rPr lang="en-US" sz="2000" dirty="0" err="1" smtClean="0"/>
              <a:t>যা</a:t>
            </a:r>
            <a:r>
              <a:rPr lang="en-US" sz="2000" dirty="0" smtClean="0"/>
              <a:t> </a:t>
            </a:r>
            <a:r>
              <a:rPr lang="en-US" sz="2000" dirty="0" err="1" smtClean="0"/>
              <a:t>আছেঃ</a:t>
            </a:r>
            <a:r>
              <a:rPr lang="en-US" sz="2000" dirty="0" smtClean="0"/>
              <a:t> </a:t>
            </a:r>
          </a:p>
          <a:p>
            <a:pPr lvl="1"/>
            <a:r>
              <a:rPr lang="en-US" sz="1600" dirty="0" err="1" smtClean="0"/>
              <a:t>বই</a:t>
            </a:r>
            <a:r>
              <a:rPr lang="en-US" sz="1600" dirty="0" smtClean="0"/>
              <a:t>, </a:t>
            </a:r>
            <a:r>
              <a:rPr lang="en-US" sz="1600" dirty="0" err="1" smtClean="0"/>
              <a:t>খাতা</a:t>
            </a:r>
            <a:r>
              <a:rPr lang="en-US" sz="1600" dirty="0" smtClean="0"/>
              <a:t>, </a:t>
            </a:r>
            <a:r>
              <a:rPr lang="en-US" sz="1600" dirty="0" err="1" smtClean="0"/>
              <a:t>কলম</a:t>
            </a:r>
            <a:r>
              <a:rPr lang="en-US" sz="1600" dirty="0" smtClean="0"/>
              <a:t>, </a:t>
            </a:r>
            <a:r>
              <a:rPr lang="en-US" sz="1600" dirty="0" err="1" smtClean="0"/>
              <a:t>অল্প</a:t>
            </a:r>
            <a:r>
              <a:rPr lang="en-US" sz="1600" dirty="0" smtClean="0"/>
              <a:t> </a:t>
            </a:r>
            <a:r>
              <a:rPr lang="en-US" sz="1600" dirty="0" err="1" smtClean="0"/>
              <a:t>সময়</a:t>
            </a:r>
            <a:r>
              <a:rPr lang="en-US" sz="1600" dirty="0" smtClean="0"/>
              <a:t>।</a:t>
            </a:r>
          </a:p>
          <a:p>
            <a:r>
              <a:rPr lang="en-US" sz="2000" dirty="0" err="1" smtClean="0"/>
              <a:t>আরো</a:t>
            </a:r>
            <a:r>
              <a:rPr lang="en-US" sz="2000" dirty="0" smtClean="0"/>
              <a:t> </a:t>
            </a:r>
            <a:r>
              <a:rPr lang="en-US" sz="2000" dirty="0" err="1" smtClean="0"/>
              <a:t>যা</a:t>
            </a:r>
            <a:r>
              <a:rPr lang="en-US" sz="2000" dirty="0" smtClean="0"/>
              <a:t> </a:t>
            </a:r>
            <a:r>
              <a:rPr lang="en-US" sz="2000" dirty="0" err="1" smtClean="0"/>
              <a:t>যা</a:t>
            </a:r>
            <a:r>
              <a:rPr lang="en-US" sz="2000" dirty="0" smtClean="0"/>
              <a:t> </a:t>
            </a:r>
            <a:r>
              <a:rPr lang="en-US" sz="2000" dirty="0" err="1" smtClean="0"/>
              <a:t>লাগবেঃ</a:t>
            </a:r>
            <a:r>
              <a:rPr lang="en-US" sz="2000" dirty="0" smtClean="0"/>
              <a:t> </a:t>
            </a:r>
          </a:p>
          <a:p>
            <a:pPr lvl="1"/>
            <a:r>
              <a:rPr lang="en-US" sz="1600" dirty="0" err="1" smtClean="0"/>
              <a:t>টেস্ট</a:t>
            </a:r>
            <a:r>
              <a:rPr lang="en-US" sz="1600" dirty="0" smtClean="0"/>
              <a:t> </a:t>
            </a:r>
            <a:r>
              <a:rPr lang="en-US" sz="1600" dirty="0" err="1" smtClean="0"/>
              <a:t>পেপার</a:t>
            </a:r>
            <a:r>
              <a:rPr lang="en-US" sz="1600" dirty="0" smtClean="0"/>
              <a:t>, </a:t>
            </a:r>
            <a:r>
              <a:rPr lang="en-US" sz="1600" dirty="0" err="1" smtClean="0"/>
              <a:t>ফাইল</a:t>
            </a:r>
            <a:r>
              <a:rPr lang="en-US" sz="1600" dirty="0" smtClean="0"/>
              <a:t>, </a:t>
            </a:r>
            <a:r>
              <a:rPr lang="en-US" sz="1600" dirty="0" err="1" smtClean="0"/>
              <a:t>ক্লিপবোর্ড</a:t>
            </a:r>
            <a:r>
              <a:rPr lang="en-US" sz="1600" dirty="0" smtClean="0"/>
              <a:t>, </a:t>
            </a:r>
            <a:r>
              <a:rPr lang="en-US" sz="1600" dirty="0" err="1" smtClean="0"/>
              <a:t>আরো</a:t>
            </a:r>
            <a:r>
              <a:rPr lang="en-US" sz="1600" dirty="0" smtClean="0"/>
              <a:t> </a:t>
            </a:r>
            <a:r>
              <a:rPr lang="en-US" sz="1600" dirty="0" err="1" smtClean="0"/>
              <a:t>কলম</a:t>
            </a:r>
            <a:r>
              <a:rPr lang="en-US" sz="1600" dirty="0" smtClean="0"/>
              <a:t> </a:t>
            </a:r>
            <a:r>
              <a:rPr lang="en-US" sz="1600" dirty="0" err="1" smtClean="0"/>
              <a:t>আর</a:t>
            </a:r>
            <a:r>
              <a:rPr lang="en-US" sz="1600" dirty="0" smtClean="0"/>
              <a:t> </a:t>
            </a:r>
            <a:r>
              <a:rPr lang="en-US" sz="1600" dirty="0" err="1" smtClean="0"/>
              <a:t>পেন্সিল</a:t>
            </a:r>
            <a:r>
              <a:rPr lang="en-US" sz="1600" dirty="0" smtClean="0"/>
              <a:t>, </a:t>
            </a:r>
            <a:r>
              <a:rPr lang="en-US" sz="1600" dirty="0" err="1" smtClean="0"/>
              <a:t>শীতকালের</a:t>
            </a:r>
            <a:r>
              <a:rPr lang="en-US" sz="1600" dirty="0" smtClean="0"/>
              <a:t> </a:t>
            </a:r>
            <a:r>
              <a:rPr lang="en-US" sz="1600" dirty="0" err="1" smtClean="0"/>
              <a:t>জন্য</a:t>
            </a:r>
            <a:r>
              <a:rPr lang="en-US" sz="1600" dirty="0" smtClean="0"/>
              <a:t> </a:t>
            </a:r>
            <a:r>
              <a:rPr lang="en-US" sz="1600" dirty="0" err="1" smtClean="0"/>
              <a:t>লিপজেল</a:t>
            </a:r>
            <a:r>
              <a:rPr lang="en-US" sz="1600" dirty="0" smtClean="0"/>
              <a:t>।</a:t>
            </a:r>
            <a:endParaRPr lang="en-US" sz="1600" dirty="0" smtClean="0"/>
          </a:p>
          <a:p>
            <a:r>
              <a:rPr lang="en-US" sz="2000" dirty="0" err="1" smtClean="0"/>
              <a:t>ম্যানিফেস্টোঃ</a:t>
            </a:r>
            <a:endParaRPr lang="en-US" sz="2000" dirty="0" smtClean="0"/>
          </a:p>
          <a:p>
            <a:pPr lvl="1"/>
            <a:r>
              <a:rPr lang="en-US" sz="1600" dirty="0" smtClean="0"/>
              <a:t>১। </a:t>
            </a:r>
            <a:r>
              <a:rPr lang="en-US" sz="1600" dirty="0" err="1" smtClean="0"/>
              <a:t>সময়</a:t>
            </a:r>
            <a:r>
              <a:rPr lang="en-US" sz="1600" dirty="0" smtClean="0"/>
              <a:t> </a:t>
            </a:r>
            <a:r>
              <a:rPr lang="en-US" sz="1600" dirty="0" err="1" smtClean="0"/>
              <a:t>বন্টনঃ</a:t>
            </a:r>
            <a:endParaRPr lang="en-US" sz="1600" dirty="0" smtClean="0"/>
          </a:p>
          <a:p>
            <a:pPr lvl="2"/>
            <a:r>
              <a:rPr lang="en-US" sz="1200" dirty="0" err="1" smtClean="0"/>
              <a:t>কলেজ</a:t>
            </a:r>
            <a:r>
              <a:rPr lang="en-US" sz="1200" dirty="0" smtClean="0"/>
              <a:t> </a:t>
            </a:r>
            <a:r>
              <a:rPr lang="en-US" sz="1200" dirty="0" err="1" smtClean="0"/>
              <a:t>চলাকালীনঃ</a:t>
            </a:r>
            <a:r>
              <a:rPr lang="en-US" sz="1200" dirty="0" smtClean="0"/>
              <a:t> </a:t>
            </a:r>
            <a:r>
              <a:rPr lang="en-US" sz="1200" dirty="0" err="1" smtClean="0"/>
              <a:t>ঢাকা</a:t>
            </a:r>
            <a:r>
              <a:rPr lang="en-US" sz="1200" dirty="0" smtClean="0"/>
              <a:t> </a:t>
            </a:r>
            <a:r>
              <a:rPr lang="en-US" sz="1200" dirty="0" err="1" smtClean="0"/>
              <a:t>থাকবো</a:t>
            </a:r>
            <a:r>
              <a:rPr lang="en-US" sz="1200" dirty="0" smtClean="0"/>
              <a:t>, </a:t>
            </a:r>
            <a:r>
              <a:rPr lang="en-US" sz="1200" dirty="0" err="1" smtClean="0"/>
              <a:t>যাতায়াত</a:t>
            </a:r>
            <a:r>
              <a:rPr lang="en-US" sz="1200" dirty="0" smtClean="0"/>
              <a:t> </a:t>
            </a:r>
            <a:r>
              <a:rPr lang="en-US" sz="1200" dirty="0" err="1" smtClean="0"/>
              <a:t>আর</a:t>
            </a:r>
            <a:r>
              <a:rPr lang="en-US" sz="1200" dirty="0" smtClean="0"/>
              <a:t> </a:t>
            </a:r>
            <a:r>
              <a:rPr lang="en-US" sz="1200" dirty="0" err="1" smtClean="0"/>
              <a:t>থাকায়</a:t>
            </a:r>
            <a:r>
              <a:rPr lang="en-US" sz="1200" dirty="0" smtClean="0"/>
              <a:t> </a:t>
            </a:r>
            <a:r>
              <a:rPr lang="en-US" sz="1200" dirty="0" err="1" smtClean="0"/>
              <a:t>ঝামেলা</a:t>
            </a:r>
            <a:r>
              <a:rPr lang="en-US" sz="1200" dirty="0" smtClean="0"/>
              <a:t> </a:t>
            </a:r>
            <a:r>
              <a:rPr lang="en-US" sz="1200" dirty="0" err="1" smtClean="0"/>
              <a:t>হবে</a:t>
            </a:r>
            <a:r>
              <a:rPr lang="en-US" sz="1200" dirty="0" smtClean="0"/>
              <a:t>। </a:t>
            </a:r>
            <a:r>
              <a:rPr lang="en-US" sz="1200" dirty="0" err="1" smtClean="0"/>
              <a:t>ডাউনটাইমে</a:t>
            </a:r>
            <a:r>
              <a:rPr lang="en-US" sz="1200" dirty="0" smtClean="0"/>
              <a:t> </a:t>
            </a:r>
            <a:r>
              <a:rPr lang="en-US" sz="1200" dirty="0" err="1" smtClean="0"/>
              <a:t>মেন্টাল</a:t>
            </a:r>
            <a:r>
              <a:rPr lang="en-US" sz="1200" dirty="0" smtClean="0"/>
              <a:t> </a:t>
            </a:r>
            <a:r>
              <a:rPr lang="en-US" sz="1200" dirty="0" err="1" smtClean="0"/>
              <a:t>স্টাডি</a:t>
            </a:r>
            <a:r>
              <a:rPr lang="en-US" sz="1200" dirty="0" smtClean="0"/>
              <a:t> </a:t>
            </a:r>
            <a:r>
              <a:rPr lang="en-US" sz="1200" dirty="0" err="1" smtClean="0"/>
              <a:t>করা</a:t>
            </a:r>
            <a:r>
              <a:rPr lang="en-US" sz="1200" dirty="0" smtClean="0"/>
              <a:t> </a:t>
            </a:r>
            <a:r>
              <a:rPr lang="en-US" sz="1200" dirty="0" err="1" smtClean="0"/>
              <a:t>লাগবে</a:t>
            </a:r>
            <a:r>
              <a:rPr lang="en-US" sz="1200" dirty="0" smtClean="0"/>
              <a:t> </a:t>
            </a:r>
            <a:r>
              <a:rPr lang="en-US" sz="1200" dirty="0" err="1" smtClean="0"/>
              <a:t>প্রচুর</a:t>
            </a:r>
            <a:r>
              <a:rPr lang="en-US" sz="1200" dirty="0" smtClean="0"/>
              <a:t>।</a:t>
            </a:r>
          </a:p>
          <a:p>
            <a:pPr lvl="2"/>
            <a:r>
              <a:rPr lang="en-US" sz="1200" dirty="0" err="1" smtClean="0"/>
              <a:t>কলেজ</a:t>
            </a:r>
            <a:r>
              <a:rPr lang="en-US" sz="1200" dirty="0" smtClean="0"/>
              <a:t> </a:t>
            </a:r>
            <a:r>
              <a:rPr lang="en-US" sz="1200" dirty="0" err="1" smtClean="0"/>
              <a:t>অফ</a:t>
            </a:r>
            <a:r>
              <a:rPr lang="en-US" sz="1200" dirty="0" smtClean="0"/>
              <a:t> </a:t>
            </a:r>
            <a:r>
              <a:rPr lang="en-US" sz="1200" dirty="0" err="1" smtClean="0"/>
              <a:t>হলেঃ</a:t>
            </a:r>
            <a:r>
              <a:rPr lang="en-US" sz="1200" dirty="0" smtClean="0"/>
              <a:t> </a:t>
            </a:r>
            <a:r>
              <a:rPr lang="en-US" sz="1200" dirty="0" err="1" smtClean="0"/>
              <a:t>বাড়ি</a:t>
            </a:r>
            <a:r>
              <a:rPr lang="en-US" sz="1200" dirty="0" smtClean="0"/>
              <a:t> </a:t>
            </a:r>
            <a:r>
              <a:rPr lang="en-US" sz="1200" dirty="0" err="1" smtClean="0"/>
              <a:t>থেকে</a:t>
            </a:r>
            <a:r>
              <a:rPr lang="en-US" sz="1200" dirty="0" smtClean="0"/>
              <a:t> </a:t>
            </a:r>
            <a:r>
              <a:rPr lang="en-US" sz="1200" dirty="0" err="1" smtClean="0"/>
              <a:t>পড়া</a:t>
            </a:r>
            <a:r>
              <a:rPr lang="en-US" sz="1200" dirty="0" smtClean="0"/>
              <a:t> </a:t>
            </a:r>
            <a:r>
              <a:rPr lang="en-US" sz="1200" dirty="0" err="1" smtClean="0"/>
              <a:t>সুবিধা</a:t>
            </a:r>
            <a:r>
              <a:rPr lang="en-US" sz="1200" dirty="0" smtClean="0"/>
              <a:t> </a:t>
            </a:r>
            <a:r>
              <a:rPr lang="en-US" sz="1200" dirty="0" err="1" smtClean="0"/>
              <a:t>নিঃসন্দেহে</a:t>
            </a:r>
            <a:r>
              <a:rPr lang="en-US" sz="1200" dirty="0" smtClean="0"/>
              <a:t>, </a:t>
            </a:r>
            <a:r>
              <a:rPr lang="en-US" sz="1200" dirty="0" err="1" smtClean="0"/>
              <a:t>আরো</a:t>
            </a:r>
            <a:r>
              <a:rPr lang="en-US" sz="1200" dirty="0" smtClean="0"/>
              <a:t> </a:t>
            </a:r>
            <a:r>
              <a:rPr lang="en-US" sz="1200" dirty="0" err="1" smtClean="0"/>
              <a:t>বেশি</a:t>
            </a:r>
            <a:r>
              <a:rPr lang="en-US" sz="1200" dirty="0" smtClean="0"/>
              <a:t> </a:t>
            </a:r>
            <a:r>
              <a:rPr lang="en-US" sz="1200" dirty="0" err="1" smtClean="0"/>
              <a:t>সময়</a:t>
            </a:r>
            <a:r>
              <a:rPr lang="en-US" sz="1200" dirty="0" smtClean="0"/>
              <a:t> </a:t>
            </a:r>
            <a:r>
              <a:rPr lang="en-US" sz="1200" dirty="0" err="1" smtClean="0"/>
              <a:t>দিবো</a:t>
            </a:r>
            <a:r>
              <a:rPr lang="en-US" sz="1200" dirty="0" smtClean="0"/>
              <a:t>, </a:t>
            </a:r>
            <a:r>
              <a:rPr lang="en-US" sz="1200" dirty="0" err="1" smtClean="0"/>
              <a:t>মেন্টাল</a:t>
            </a:r>
            <a:r>
              <a:rPr lang="en-US" sz="1200" dirty="0" smtClean="0"/>
              <a:t> </a:t>
            </a:r>
            <a:r>
              <a:rPr lang="en-US" sz="1200" dirty="0" err="1" smtClean="0"/>
              <a:t>স্টাডি</a:t>
            </a:r>
            <a:r>
              <a:rPr lang="en-US" sz="1200" dirty="0" smtClean="0"/>
              <a:t> </a:t>
            </a:r>
            <a:r>
              <a:rPr lang="en-US" sz="1200" dirty="0" err="1" smtClean="0"/>
              <a:t>এর</a:t>
            </a:r>
            <a:r>
              <a:rPr lang="en-US" sz="1200" dirty="0" smtClean="0"/>
              <a:t> </a:t>
            </a:r>
            <a:r>
              <a:rPr lang="en-US" sz="1200" dirty="0" err="1" smtClean="0"/>
              <a:t>উপর</a:t>
            </a:r>
            <a:r>
              <a:rPr lang="en-US" sz="1200" dirty="0" smtClean="0"/>
              <a:t> </a:t>
            </a:r>
            <a:r>
              <a:rPr lang="en-US" sz="1200" dirty="0" err="1" smtClean="0"/>
              <a:t>আগের</a:t>
            </a:r>
            <a:r>
              <a:rPr lang="en-US" sz="1200" dirty="0" smtClean="0"/>
              <a:t> </a:t>
            </a:r>
            <a:r>
              <a:rPr lang="en-US" sz="1200" dirty="0" err="1" smtClean="0"/>
              <a:t>মতো</a:t>
            </a:r>
            <a:r>
              <a:rPr lang="en-US" sz="1200" dirty="0" smtClean="0"/>
              <a:t> </a:t>
            </a:r>
            <a:r>
              <a:rPr lang="en-US" sz="1200" dirty="0" err="1" smtClean="0"/>
              <a:t>বেশি</a:t>
            </a:r>
            <a:r>
              <a:rPr lang="en-US" sz="1200" dirty="0" smtClean="0"/>
              <a:t> </a:t>
            </a:r>
            <a:r>
              <a:rPr lang="en-US" sz="1200" dirty="0" err="1" smtClean="0"/>
              <a:t>না</a:t>
            </a:r>
            <a:r>
              <a:rPr lang="en-US" sz="1200" dirty="0" smtClean="0"/>
              <a:t> </a:t>
            </a:r>
            <a:r>
              <a:rPr lang="en-US" sz="1200" dirty="0" err="1" smtClean="0"/>
              <a:t>তবুও</a:t>
            </a:r>
            <a:r>
              <a:rPr lang="en-US" sz="1200" dirty="0" smtClean="0"/>
              <a:t> </a:t>
            </a:r>
            <a:r>
              <a:rPr lang="en-US" sz="1200" dirty="0" err="1" smtClean="0"/>
              <a:t>প্রেশার</a:t>
            </a:r>
            <a:r>
              <a:rPr lang="en-US" sz="1200" dirty="0" smtClean="0"/>
              <a:t> </a:t>
            </a:r>
            <a:r>
              <a:rPr lang="en-US" sz="1200" dirty="0" err="1" smtClean="0"/>
              <a:t>দিব</a:t>
            </a:r>
            <a:r>
              <a:rPr lang="en-US" sz="1200" dirty="0" smtClean="0"/>
              <a:t> </a:t>
            </a:r>
            <a:r>
              <a:rPr lang="en-US" sz="1200" dirty="0" err="1" smtClean="0"/>
              <a:t>ডাউনটাইমে</a:t>
            </a:r>
            <a:r>
              <a:rPr lang="en-US" sz="1200" dirty="0" smtClean="0"/>
              <a:t>।</a:t>
            </a:r>
          </a:p>
          <a:p>
            <a:pPr lvl="2"/>
            <a:r>
              <a:rPr lang="en-US" sz="1200" dirty="0" err="1" smtClean="0"/>
              <a:t>একটানা</a:t>
            </a:r>
            <a:r>
              <a:rPr lang="en-US" sz="1200" dirty="0" smtClean="0"/>
              <a:t> </a:t>
            </a:r>
            <a:r>
              <a:rPr lang="en-US" sz="1200" dirty="0" smtClean="0"/>
              <a:t>২০ </a:t>
            </a:r>
            <a:r>
              <a:rPr lang="en-US" sz="1200" dirty="0" err="1" smtClean="0"/>
              <a:t>মিনিটের</a:t>
            </a:r>
            <a:r>
              <a:rPr lang="en-US" sz="1200" dirty="0" smtClean="0"/>
              <a:t> </a:t>
            </a:r>
            <a:r>
              <a:rPr lang="en-US" sz="1200" dirty="0" err="1" smtClean="0"/>
              <a:t>বেশি</a:t>
            </a:r>
            <a:r>
              <a:rPr lang="en-US" sz="1200" dirty="0" smtClean="0"/>
              <a:t> </a:t>
            </a:r>
            <a:r>
              <a:rPr lang="en-US" sz="1200" dirty="0" err="1" smtClean="0"/>
              <a:t>গ্যাপ</a:t>
            </a:r>
            <a:r>
              <a:rPr lang="en-US" sz="1200" dirty="0" smtClean="0"/>
              <a:t> </a:t>
            </a:r>
            <a:r>
              <a:rPr lang="en-US" sz="1200" dirty="0" err="1" smtClean="0"/>
              <a:t>থাকলে</a:t>
            </a:r>
            <a:r>
              <a:rPr lang="en-US" sz="1200" dirty="0" smtClean="0"/>
              <a:t> </a:t>
            </a:r>
            <a:r>
              <a:rPr lang="en-US" sz="1200" dirty="0" err="1" smtClean="0"/>
              <a:t>পড়ার</a:t>
            </a:r>
            <a:r>
              <a:rPr lang="en-US" sz="1200" dirty="0" smtClean="0"/>
              <a:t> </a:t>
            </a:r>
            <a:r>
              <a:rPr lang="en-US" sz="1200" dirty="0" err="1" smtClean="0"/>
              <a:t>কাজে</a:t>
            </a:r>
            <a:r>
              <a:rPr lang="en-US" sz="1200" dirty="0" smtClean="0"/>
              <a:t> </a:t>
            </a:r>
            <a:r>
              <a:rPr lang="en-US" sz="1200" dirty="0" err="1" smtClean="0"/>
              <a:t>ব্যয়</a:t>
            </a:r>
            <a:r>
              <a:rPr lang="en-US" sz="1200" dirty="0" smtClean="0"/>
              <a:t> </a:t>
            </a:r>
            <a:r>
              <a:rPr lang="en-US" sz="1200" dirty="0" err="1" smtClean="0"/>
              <a:t>করা</a:t>
            </a:r>
            <a:r>
              <a:rPr lang="en-US" sz="1200" dirty="0" smtClean="0"/>
              <a:t> </a:t>
            </a:r>
            <a:r>
              <a:rPr lang="en-US" sz="1200" dirty="0" err="1" smtClean="0"/>
              <a:t>এখানে</a:t>
            </a:r>
            <a:r>
              <a:rPr lang="en-US" sz="1200" dirty="0" smtClean="0"/>
              <a:t> </a:t>
            </a:r>
            <a:r>
              <a:rPr lang="en-US" sz="1200" dirty="0" err="1" smtClean="0"/>
              <a:t>আমার</a:t>
            </a:r>
            <a:r>
              <a:rPr lang="en-US" sz="1200" dirty="0" smtClean="0"/>
              <a:t> </a:t>
            </a:r>
            <a:r>
              <a:rPr lang="en-US" sz="1200" dirty="0" err="1" smtClean="0"/>
              <a:t>দায়িত্ব</a:t>
            </a:r>
            <a:r>
              <a:rPr lang="en-US" sz="1200" dirty="0" smtClean="0"/>
              <a:t>। </a:t>
            </a:r>
            <a:r>
              <a:rPr lang="en-US" sz="1200" dirty="0" err="1" smtClean="0"/>
              <a:t>যেমনঃ</a:t>
            </a:r>
            <a:r>
              <a:rPr lang="en-US" sz="1200" dirty="0" smtClean="0"/>
              <a:t> ২০ </a:t>
            </a:r>
            <a:r>
              <a:rPr lang="en-US" sz="1200" dirty="0" err="1" smtClean="0"/>
              <a:t>মিনিটের</a:t>
            </a:r>
            <a:r>
              <a:rPr lang="en-US" sz="1200" dirty="0" smtClean="0"/>
              <a:t> </a:t>
            </a:r>
            <a:r>
              <a:rPr lang="en-US" sz="1200" dirty="0" err="1" smtClean="0"/>
              <a:t>বেশি</a:t>
            </a:r>
            <a:r>
              <a:rPr lang="en-US" sz="1200" dirty="0" smtClean="0"/>
              <a:t> </a:t>
            </a:r>
            <a:r>
              <a:rPr lang="en-US" sz="1200" dirty="0" err="1" smtClean="0"/>
              <a:t>বাস</a:t>
            </a:r>
            <a:r>
              <a:rPr lang="en-US" sz="1200" dirty="0" smtClean="0"/>
              <a:t> </a:t>
            </a:r>
            <a:r>
              <a:rPr lang="en-US" sz="1200" dirty="0" err="1" smtClean="0"/>
              <a:t>যাত্রা</a:t>
            </a:r>
            <a:r>
              <a:rPr lang="en-US" sz="1200" dirty="0" smtClean="0"/>
              <a:t>। </a:t>
            </a:r>
            <a:r>
              <a:rPr lang="en-US" sz="1200" dirty="0" err="1" smtClean="0"/>
              <a:t>যা</a:t>
            </a:r>
            <a:r>
              <a:rPr lang="en-US" sz="1200" dirty="0" smtClean="0"/>
              <a:t> </a:t>
            </a:r>
            <a:r>
              <a:rPr lang="en-US" sz="1200" dirty="0" err="1" smtClean="0"/>
              <a:t>কলেজে</a:t>
            </a:r>
            <a:r>
              <a:rPr lang="en-US" sz="1200" dirty="0" smtClean="0"/>
              <a:t> </a:t>
            </a:r>
            <a:r>
              <a:rPr lang="en-US" sz="1200" dirty="0" err="1" smtClean="0"/>
              <a:t>গেলে</a:t>
            </a:r>
            <a:r>
              <a:rPr lang="en-US" sz="1200" dirty="0" smtClean="0"/>
              <a:t> </a:t>
            </a:r>
            <a:r>
              <a:rPr lang="en-US" sz="1200" dirty="0" err="1" smtClean="0"/>
              <a:t>অনেক</a:t>
            </a:r>
            <a:r>
              <a:rPr lang="en-US" sz="1200" dirty="0" smtClean="0"/>
              <a:t> </a:t>
            </a:r>
            <a:r>
              <a:rPr lang="en-US" sz="1200" dirty="0" err="1" smtClean="0"/>
              <a:t>করতে</a:t>
            </a:r>
            <a:r>
              <a:rPr lang="en-US" sz="1200" dirty="0" smtClean="0"/>
              <a:t> </a:t>
            </a:r>
            <a:r>
              <a:rPr lang="en-US" sz="1200" dirty="0" err="1" smtClean="0"/>
              <a:t>হবে</a:t>
            </a:r>
            <a:r>
              <a:rPr lang="en-US" sz="1200" dirty="0" smtClean="0"/>
              <a:t>।</a:t>
            </a:r>
          </a:p>
          <a:p>
            <a:pPr lvl="2">
              <a:buNone/>
            </a:pPr>
            <a:r>
              <a:rPr lang="en-US" sz="1600" dirty="0" smtClean="0"/>
              <a:t>২। </a:t>
            </a:r>
            <a:r>
              <a:rPr lang="en-US" sz="1600" dirty="0" err="1" smtClean="0"/>
              <a:t>পড়ার</a:t>
            </a:r>
            <a:r>
              <a:rPr lang="en-US" sz="1600" dirty="0" smtClean="0"/>
              <a:t> </a:t>
            </a:r>
            <a:r>
              <a:rPr lang="en-US" sz="1600" dirty="0" err="1" smtClean="0"/>
              <a:t>কৌশলঃ</a:t>
            </a:r>
            <a:endParaRPr lang="en-US" sz="1600" dirty="0" smtClean="0"/>
          </a:p>
          <a:p>
            <a:pPr lvl="2">
              <a:buNone/>
            </a:pPr>
            <a:r>
              <a:rPr lang="en-US" sz="1600" dirty="0" smtClean="0"/>
              <a:t>	</a:t>
            </a:r>
            <a:r>
              <a:rPr lang="en-US" sz="1200" dirty="0" err="1" smtClean="0"/>
              <a:t>দিনের</a:t>
            </a:r>
            <a:r>
              <a:rPr lang="en-US" sz="1200" dirty="0" smtClean="0"/>
              <a:t> </a:t>
            </a:r>
            <a:r>
              <a:rPr lang="en-US" sz="1200" dirty="0" err="1" smtClean="0"/>
              <a:t>পর</a:t>
            </a:r>
            <a:r>
              <a:rPr lang="en-US" sz="1200" dirty="0" smtClean="0"/>
              <a:t> </a:t>
            </a:r>
            <a:r>
              <a:rPr lang="en-US" sz="1200" dirty="0" err="1" smtClean="0"/>
              <a:t>দিন</a:t>
            </a:r>
            <a:r>
              <a:rPr lang="en-US" sz="1200" dirty="0" smtClean="0"/>
              <a:t> </a:t>
            </a:r>
            <a:r>
              <a:rPr lang="en-US" sz="1200" dirty="0" err="1" smtClean="0"/>
              <a:t>যেভাবে</a:t>
            </a:r>
            <a:r>
              <a:rPr lang="en-US" sz="1200" dirty="0" smtClean="0"/>
              <a:t> </a:t>
            </a:r>
            <a:r>
              <a:rPr lang="en-US" sz="1200" dirty="0" err="1" smtClean="0"/>
              <a:t>পড়ে</a:t>
            </a:r>
            <a:r>
              <a:rPr lang="en-US" sz="1200" dirty="0" smtClean="0"/>
              <a:t> </a:t>
            </a:r>
            <a:r>
              <a:rPr lang="en-US" sz="1200" dirty="0" err="1" smtClean="0"/>
              <a:t>আসছি</a:t>
            </a:r>
            <a:r>
              <a:rPr lang="en-US" sz="1200" dirty="0" smtClean="0"/>
              <a:t> </a:t>
            </a:r>
            <a:r>
              <a:rPr lang="en-US" sz="1200" dirty="0" err="1" smtClean="0"/>
              <a:t>সেভাবে</a:t>
            </a:r>
            <a:r>
              <a:rPr lang="en-US" sz="1200" dirty="0" smtClean="0"/>
              <a:t>। </a:t>
            </a:r>
            <a:r>
              <a:rPr lang="en-US" sz="1200" dirty="0" err="1" smtClean="0"/>
              <a:t>বই</a:t>
            </a:r>
            <a:r>
              <a:rPr lang="en-US" sz="1200" dirty="0" smtClean="0"/>
              <a:t> </a:t>
            </a:r>
            <a:r>
              <a:rPr lang="en-US" sz="1200" dirty="0" err="1" smtClean="0"/>
              <a:t>নেব</a:t>
            </a:r>
            <a:r>
              <a:rPr lang="en-US" sz="1200" dirty="0" smtClean="0"/>
              <a:t> </a:t>
            </a:r>
            <a:r>
              <a:rPr lang="en-US" sz="1200" dirty="0" err="1" smtClean="0"/>
              <a:t>খাতা</a:t>
            </a:r>
            <a:r>
              <a:rPr lang="en-US" sz="1200" dirty="0" smtClean="0"/>
              <a:t> </a:t>
            </a:r>
            <a:r>
              <a:rPr lang="en-US" sz="1200" dirty="0" err="1" smtClean="0"/>
              <a:t>নেব</a:t>
            </a:r>
            <a:r>
              <a:rPr lang="en-US" sz="1200" dirty="0" smtClean="0"/>
              <a:t> </a:t>
            </a:r>
            <a:r>
              <a:rPr lang="en-US" sz="1200" dirty="0" err="1" smtClean="0"/>
              <a:t>দাগাবো</a:t>
            </a:r>
            <a:r>
              <a:rPr lang="en-US" sz="1200" dirty="0" smtClean="0"/>
              <a:t> </a:t>
            </a:r>
            <a:r>
              <a:rPr lang="en-US" sz="1200" dirty="0" err="1" smtClean="0"/>
              <a:t>আর</a:t>
            </a:r>
            <a:r>
              <a:rPr lang="en-US" sz="1200" dirty="0" smtClean="0"/>
              <a:t> </a:t>
            </a:r>
            <a:r>
              <a:rPr lang="en-US" sz="1200" dirty="0" err="1" smtClean="0"/>
              <a:t>লেখবো</a:t>
            </a:r>
            <a:r>
              <a:rPr lang="en-US" sz="1200" dirty="0" smtClean="0"/>
              <a:t>। </a:t>
            </a:r>
            <a:r>
              <a:rPr lang="en-US" sz="1200" dirty="0" err="1" smtClean="0"/>
              <a:t>সলভ</a:t>
            </a:r>
            <a:r>
              <a:rPr lang="en-US" sz="1200" dirty="0" smtClean="0"/>
              <a:t> </a:t>
            </a:r>
            <a:r>
              <a:rPr lang="en-US" sz="1200" dirty="0" err="1" smtClean="0"/>
              <a:t>করবো</a:t>
            </a:r>
            <a:r>
              <a:rPr lang="en-US" sz="1200" dirty="0" smtClean="0"/>
              <a:t>। </a:t>
            </a:r>
            <a:r>
              <a:rPr lang="en-US" sz="1200" dirty="0" err="1" smtClean="0"/>
              <a:t>নেট</a:t>
            </a:r>
            <a:r>
              <a:rPr lang="en-US" sz="1200" dirty="0" smtClean="0"/>
              <a:t> </a:t>
            </a:r>
            <a:r>
              <a:rPr lang="en-US" sz="1200" dirty="0" err="1" smtClean="0"/>
              <a:t>ঘাটবো</a:t>
            </a:r>
            <a:r>
              <a:rPr lang="en-US" sz="1200" dirty="0" smtClean="0"/>
              <a:t> </a:t>
            </a:r>
            <a:r>
              <a:rPr lang="en-US" sz="1200" dirty="0" err="1" smtClean="0"/>
              <a:t>সল্যুশনের</a:t>
            </a:r>
            <a:r>
              <a:rPr lang="en-US" sz="1200" dirty="0" smtClean="0"/>
              <a:t> </a:t>
            </a:r>
            <a:r>
              <a:rPr lang="en-US" sz="1200" dirty="0" err="1" smtClean="0"/>
              <a:t>জন্য</a:t>
            </a:r>
            <a:r>
              <a:rPr lang="en-US" sz="1200" dirty="0" smtClean="0"/>
              <a:t>। ৭ </a:t>
            </a:r>
            <a:r>
              <a:rPr lang="en-US" sz="1200" dirty="0" err="1" smtClean="0"/>
              <a:t>বছরের</a:t>
            </a:r>
            <a:r>
              <a:rPr lang="en-US" sz="1200" dirty="0" smtClean="0"/>
              <a:t> </a:t>
            </a:r>
            <a:r>
              <a:rPr lang="en-US" sz="1200" dirty="0" err="1" smtClean="0"/>
              <a:t>অভিজ্ঞতা</a:t>
            </a:r>
            <a:r>
              <a:rPr lang="en-US" sz="1200" dirty="0" smtClean="0"/>
              <a:t>।</a:t>
            </a:r>
            <a:endParaRPr lang="en-US" sz="1600" dirty="0" smtClean="0"/>
          </a:p>
          <a:p>
            <a:pPr lvl="2">
              <a:buNone/>
            </a:pPr>
            <a:r>
              <a:rPr lang="en-US" sz="1600" dirty="0" smtClean="0"/>
              <a:t>৩। </a:t>
            </a:r>
            <a:r>
              <a:rPr lang="en-US" sz="1600" dirty="0" err="1" smtClean="0"/>
              <a:t>হিসাবরক্ষণঃ</a:t>
            </a:r>
            <a:endParaRPr lang="en-US" sz="1600" dirty="0" smtClean="0"/>
          </a:p>
          <a:p>
            <a:pPr lvl="2">
              <a:buNone/>
            </a:pPr>
            <a:r>
              <a:rPr lang="en-US" sz="1200" dirty="0" smtClean="0"/>
              <a:t>	</a:t>
            </a:r>
            <a:r>
              <a:rPr lang="en-US" sz="1200" dirty="0" err="1" smtClean="0"/>
              <a:t>স্বল্প</a:t>
            </a:r>
            <a:r>
              <a:rPr lang="en-US" sz="1200" dirty="0" smtClean="0"/>
              <a:t> </a:t>
            </a:r>
            <a:r>
              <a:rPr lang="en-US" sz="1200" dirty="0" err="1" smtClean="0"/>
              <a:t>সময়ে</a:t>
            </a:r>
            <a:r>
              <a:rPr lang="en-US" sz="1200" dirty="0" smtClean="0"/>
              <a:t> </a:t>
            </a:r>
            <a:r>
              <a:rPr lang="en-US" sz="1200" dirty="0" err="1" smtClean="0"/>
              <a:t>অধিক</a:t>
            </a:r>
            <a:r>
              <a:rPr lang="en-US" sz="1200" dirty="0" smtClean="0"/>
              <a:t> </a:t>
            </a:r>
            <a:r>
              <a:rPr lang="en-US" sz="1200" dirty="0" err="1" smtClean="0"/>
              <a:t>কাজ</a:t>
            </a:r>
            <a:r>
              <a:rPr lang="en-US" sz="1200" dirty="0" smtClean="0"/>
              <a:t> </a:t>
            </a:r>
            <a:r>
              <a:rPr lang="en-US" sz="1200" dirty="0" err="1" smtClean="0"/>
              <a:t>সম্পাদনের</a:t>
            </a:r>
            <a:r>
              <a:rPr lang="en-US" sz="1200" dirty="0" smtClean="0"/>
              <a:t> </a:t>
            </a:r>
            <a:r>
              <a:rPr lang="en-US" sz="1200" dirty="0" err="1" smtClean="0"/>
              <a:t>জন্য</a:t>
            </a:r>
            <a:r>
              <a:rPr lang="en-US" sz="1200" dirty="0" smtClean="0"/>
              <a:t> </a:t>
            </a:r>
            <a:r>
              <a:rPr lang="en-US" sz="1200" dirty="0" err="1" smtClean="0"/>
              <a:t>একটা</a:t>
            </a:r>
            <a:r>
              <a:rPr lang="en-US" sz="1200" dirty="0" smtClean="0"/>
              <a:t> </a:t>
            </a:r>
            <a:r>
              <a:rPr lang="en-US" sz="1200" dirty="0" err="1" smtClean="0"/>
              <a:t>ক্লিপবোর্ডে</a:t>
            </a:r>
            <a:r>
              <a:rPr lang="en-US" sz="1200" dirty="0" smtClean="0"/>
              <a:t> </a:t>
            </a:r>
            <a:r>
              <a:rPr lang="en-US" sz="1200" dirty="0" err="1" smtClean="0"/>
              <a:t>টু-ডু</a:t>
            </a:r>
            <a:r>
              <a:rPr lang="en-US" sz="1200" dirty="0" smtClean="0"/>
              <a:t> </a:t>
            </a:r>
            <a:r>
              <a:rPr lang="en-US" sz="1200" dirty="0" err="1" smtClean="0"/>
              <a:t>লিস্ট</a:t>
            </a:r>
            <a:r>
              <a:rPr lang="en-US" sz="1200" dirty="0" smtClean="0"/>
              <a:t>, </a:t>
            </a:r>
            <a:r>
              <a:rPr lang="en-US" sz="1200" dirty="0" err="1" smtClean="0"/>
              <a:t>সাপ্তাহিক</a:t>
            </a:r>
            <a:r>
              <a:rPr lang="en-US" sz="1200" dirty="0" smtClean="0"/>
              <a:t> </a:t>
            </a:r>
            <a:r>
              <a:rPr lang="en-US" sz="1200" dirty="0" err="1" smtClean="0"/>
              <a:t>সকল</a:t>
            </a:r>
            <a:r>
              <a:rPr lang="en-US" sz="1200" dirty="0" smtClean="0"/>
              <a:t> </a:t>
            </a:r>
            <a:r>
              <a:rPr lang="en-US" sz="1200" dirty="0" err="1" smtClean="0"/>
              <a:t>গোল</a:t>
            </a:r>
            <a:r>
              <a:rPr lang="en-US" sz="1200" dirty="0" smtClean="0"/>
              <a:t> </a:t>
            </a:r>
            <a:r>
              <a:rPr lang="en-US" sz="1200" dirty="0" err="1" smtClean="0"/>
              <a:t>আর</a:t>
            </a:r>
            <a:r>
              <a:rPr lang="en-US" sz="1200" dirty="0" smtClean="0"/>
              <a:t> </a:t>
            </a:r>
            <a:r>
              <a:rPr lang="en-US" sz="1200" dirty="0" err="1" smtClean="0"/>
              <a:t>জেনারেল</a:t>
            </a:r>
            <a:r>
              <a:rPr lang="en-US" sz="1200" dirty="0" smtClean="0"/>
              <a:t> </a:t>
            </a:r>
            <a:r>
              <a:rPr lang="en-US" sz="1200" dirty="0" err="1" smtClean="0"/>
              <a:t>কাওকর্ম</a:t>
            </a:r>
            <a:r>
              <a:rPr lang="en-US" sz="1200" dirty="0" smtClean="0"/>
              <a:t> </a:t>
            </a:r>
            <a:r>
              <a:rPr lang="en-US" sz="1200" dirty="0" err="1" smtClean="0"/>
              <a:t>একত্র</a:t>
            </a:r>
            <a:r>
              <a:rPr lang="en-US" sz="1200" dirty="0" smtClean="0"/>
              <a:t> </a:t>
            </a:r>
            <a:r>
              <a:rPr lang="en-US" sz="1200" dirty="0" err="1" smtClean="0"/>
              <a:t>করে</a:t>
            </a:r>
            <a:r>
              <a:rPr lang="en-US" sz="1200" dirty="0" smtClean="0"/>
              <a:t> </a:t>
            </a:r>
            <a:r>
              <a:rPr lang="en-US" sz="1200" dirty="0" err="1" smtClean="0"/>
              <a:t>লিখে</a:t>
            </a:r>
            <a:r>
              <a:rPr lang="en-US" sz="1200" dirty="0" smtClean="0"/>
              <a:t> </a:t>
            </a:r>
            <a:r>
              <a:rPr lang="en-US" sz="1200" dirty="0" err="1" smtClean="0"/>
              <a:t>রাখা</a:t>
            </a:r>
            <a:r>
              <a:rPr lang="en-US" sz="1200" dirty="0" smtClean="0"/>
              <a:t> </a:t>
            </a:r>
            <a:r>
              <a:rPr lang="en-US" sz="1200" dirty="0" err="1" smtClean="0"/>
              <a:t>লাগবে</a:t>
            </a:r>
            <a:r>
              <a:rPr lang="en-US" sz="1200" dirty="0" smtClean="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সময়</a:t>
            </a:r>
            <a:r>
              <a:rPr lang="en-US" dirty="0" smtClean="0"/>
              <a:t> </a:t>
            </a:r>
            <a:r>
              <a:rPr lang="en-US" dirty="0" err="1" smtClean="0"/>
              <a:t>বন্টন</a:t>
            </a:r>
            <a:r>
              <a:rPr lang="en-US" dirty="0" smtClean="0"/>
              <a:t> - </a:t>
            </a:r>
            <a:r>
              <a:rPr lang="en-US" dirty="0" err="1" smtClean="0"/>
              <a:t>ঢাকা</a:t>
            </a:r>
            <a:endParaRPr lang="en-US" dirty="0"/>
          </a:p>
        </p:txBody>
      </p:sp>
      <p:graphicFrame>
        <p:nvGraphicFramePr>
          <p:cNvPr id="4" name="Content Placeholder 3"/>
          <p:cNvGraphicFramePr>
            <a:graphicFrameLocks noGrp="1"/>
          </p:cNvGraphicFramePr>
          <p:nvPr>
            <p:ph idx="1"/>
          </p:nvPr>
        </p:nvGraphicFramePr>
        <p:xfrm>
          <a:off x="1435100" y="1676400"/>
          <a:ext cx="7556499" cy="2834640"/>
        </p:xfrm>
        <a:graphic>
          <a:graphicData uri="http://schemas.openxmlformats.org/drawingml/2006/table">
            <a:tbl>
              <a:tblPr firstRow="1" bandRow="1">
                <a:tableStyleId>{5C22544A-7EE6-4342-B048-85BDC9FD1C3A}</a:tableStyleId>
              </a:tblPr>
              <a:tblGrid>
                <a:gridCol w="2518833"/>
                <a:gridCol w="2518833"/>
                <a:gridCol w="2518833"/>
              </a:tblGrid>
              <a:tr h="137160">
                <a:tc>
                  <a:txBody>
                    <a:bodyPr/>
                    <a:lstStyle/>
                    <a:p>
                      <a:pPr algn="ctr"/>
                      <a:r>
                        <a:rPr lang="en-US" dirty="0" err="1" smtClean="0"/>
                        <a:t>শুরু</a:t>
                      </a:r>
                      <a:endParaRPr lang="en-US" dirty="0"/>
                    </a:p>
                  </a:txBody>
                  <a:tcPr/>
                </a:tc>
                <a:tc>
                  <a:txBody>
                    <a:bodyPr/>
                    <a:lstStyle/>
                    <a:p>
                      <a:pPr algn="ctr"/>
                      <a:r>
                        <a:rPr lang="en-US" dirty="0" err="1" smtClean="0"/>
                        <a:t>শেষ</a:t>
                      </a:r>
                      <a:endParaRPr lang="en-US" dirty="0"/>
                    </a:p>
                  </a:txBody>
                  <a:tcPr/>
                </a:tc>
                <a:tc>
                  <a:txBody>
                    <a:bodyPr/>
                    <a:lstStyle/>
                    <a:p>
                      <a:pPr algn="ctr"/>
                      <a:r>
                        <a:rPr lang="en-US" dirty="0" err="1" smtClean="0"/>
                        <a:t>ব্যবধান</a:t>
                      </a:r>
                      <a:endParaRPr lang="en-US" dirty="0"/>
                    </a:p>
                  </a:txBody>
                  <a:tcPr/>
                </a:tc>
              </a:tr>
              <a:tr h="288172">
                <a:tc>
                  <a:txBody>
                    <a:bodyPr/>
                    <a:lstStyle/>
                    <a:p>
                      <a:pPr algn="ctr"/>
                      <a:r>
                        <a:rPr lang="en-US" dirty="0" err="1" smtClean="0"/>
                        <a:t>ভোর</a:t>
                      </a:r>
                      <a:r>
                        <a:rPr lang="en-US" baseline="0" dirty="0" smtClean="0"/>
                        <a:t> ০৫-০০</a:t>
                      </a:r>
                      <a:endParaRPr lang="en-US" dirty="0"/>
                    </a:p>
                  </a:txBody>
                  <a:tcPr/>
                </a:tc>
                <a:tc>
                  <a:txBody>
                    <a:bodyPr/>
                    <a:lstStyle/>
                    <a:p>
                      <a:pPr algn="ctr"/>
                      <a:r>
                        <a:rPr lang="en-US" dirty="0" err="1" smtClean="0"/>
                        <a:t>কলেজ</a:t>
                      </a:r>
                      <a:r>
                        <a:rPr lang="en-US" dirty="0" smtClean="0"/>
                        <a:t> </a:t>
                      </a:r>
                      <a:r>
                        <a:rPr lang="en-US" dirty="0" err="1" smtClean="0"/>
                        <a:t>যাওয়া</a:t>
                      </a:r>
                      <a:endParaRPr lang="en-US" dirty="0"/>
                    </a:p>
                  </a:txBody>
                  <a:tcPr/>
                </a:tc>
                <a:tc>
                  <a:txBody>
                    <a:bodyPr/>
                    <a:lstStyle/>
                    <a:p>
                      <a:pPr algn="ctr"/>
                      <a:r>
                        <a:rPr lang="en-US" dirty="0" smtClean="0">
                          <a:solidFill>
                            <a:schemeClr val="accent4">
                              <a:lumMod val="75000"/>
                            </a:schemeClr>
                          </a:solidFill>
                        </a:rPr>
                        <a:t>৩-৬ </a:t>
                      </a:r>
                      <a:r>
                        <a:rPr lang="en-US" dirty="0" err="1" smtClean="0">
                          <a:solidFill>
                            <a:schemeClr val="accent4">
                              <a:lumMod val="75000"/>
                            </a:schemeClr>
                          </a:solidFill>
                        </a:rPr>
                        <a:t>ঘন্টা</a:t>
                      </a:r>
                      <a:endParaRPr lang="en-US" dirty="0">
                        <a:solidFill>
                          <a:schemeClr val="accent4">
                            <a:lumMod val="75000"/>
                          </a:schemeClr>
                        </a:solidFill>
                      </a:endParaRPr>
                    </a:p>
                  </a:txBody>
                  <a:tcPr/>
                </a:tc>
              </a:tr>
              <a:tr h="497393">
                <a:tc>
                  <a:txBody>
                    <a:bodyPr/>
                    <a:lstStyle/>
                    <a:p>
                      <a:pPr algn="ctr"/>
                      <a:r>
                        <a:rPr lang="en-US" dirty="0" err="1" smtClean="0"/>
                        <a:t>কলেজ</a:t>
                      </a:r>
                      <a:r>
                        <a:rPr lang="en-US" dirty="0" smtClean="0"/>
                        <a:t> </a:t>
                      </a:r>
                      <a:r>
                        <a:rPr lang="en-US" dirty="0" err="1" smtClean="0"/>
                        <a:t>লাইব্রেরিতে</a:t>
                      </a:r>
                      <a:r>
                        <a:rPr lang="en-US" dirty="0" smtClean="0"/>
                        <a:t> </a:t>
                      </a:r>
                      <a:r>
                        <a:rPr lang="en-US" dirty="0" err="1" smtClean="0"/>
                        <a:t>ঢোকা</a:t>
                      </a:r>
                      <a:r>
                        <a:rPr lang="en-US" baseline="0" dirty="0" smtClean="0"/>
                        <a:t> </a:t>
                      </a:r>
                      <a:endParaRPr lang="en-US" dirty="0"/>
                    </a:p>
                  </a:txBody>
                  <a:tcPr/>
                </a:tc>
                <a:tc>
                  <a:txBody>
                    <a:bodyPr/>
                    <a:lstStyle/>
                    <a:p>
                      <a:pPr algn="ctr"/>
                      <a:r>
                        <a:rPr lang="en-US" dirty="0" err="1" smtClean="0"/>
                        <a:t>যোহর</a:t>
                      </a:r>
                      <a:endParaRPr lang="en-US" dirty="0"/>
                    </a:p>
                  </a:txBody>
                  <a:tcPr/>
                </a:tc>
                <a:tc>
                  <a:txBody>
                    <a:bodyPr/>
                    <a:lstStyle/>
                    <a:p>
                      <a:pPr algn="ctr"/>
                      <a:r>
                        <a:rPr lang="en-US" dirty="0" smtClean="0">
                          <a:solidFill>
                            <a:srgbClr val="C00000"/>
                          </a:solidFill>
                        </a:rPr>
                        <a:t>২-৫ </a:t>
                      </a:r>
                      <a:r>
                        <a:rPr lang="en-US" dirty="0" err="1" smtClean="0">
                          <a:solidFill>
                            <a:srgbClr val="C00000"/>
                          </a:solidFill>
                        </a:rPr>
                        <a:t>ঘন্টা</a:t>
                      </a:r>
                      <a:endParaRPr lang="en-US" dirty="0">
                        <a:solidFill>
                          <a:srgbClr val="C00000"/>
                        </a:solidFill>
                      </a:endParaRPr>
                    </a:p>
                  </a:txBody>
                  <a:tcPr/>
                </a:tc>
              </a:tr>
              <a:tr h="288172">
                <a:tc>
                  <a:txBody>
                    <a:bodyPr/>
                    <a:lstStyle/>
                    <a:p>
                      <a:pPr algn="ctr"/>
                      <a:r>
                        <a:rPr lang="en-US" dirty="0" err="1" smtClean="0"/>
                        <a:t>যোহর</a:t>
                      </a:r>
                      <a:r>
                        <a:rPr lang="en-US" baseline="0" dirty="0" smtClean="0"/>
                        <a:t> ১৩-০০</a:t>
                      </a:r>
                      <a:endParaRPr lang="en-US" dirty="0"/>
                    </a:p>
                  </a:txBody>
                  <a:tcPr/>
                </a:tc>
                <a:tc>
                  <a:txBody>
                    <a:bodyPr/>
                    <a:lstStyle/>
                    <a:p>
                      <a:pPr algn="ctr"/>
                      <a:r>
                        <a:rPr lang="en-US" dirty="0" err="1" smtClean="0"/>
                        <a:t>ক্লাস</a:t>
                      </a:r>
                      <a:r>
                        <a:rPr lang="en-US" dirty="0" smtClean="0"/>
                        <a:t> </a:t>
                      </a:r>
                      <a:r>
                        <a:rPr lang="en-US" dirty="0" err="1" smtClean="0"/>
                        <a:t>শেষ</a:t>
                      </a:r>
                      <a:endParaRPr lang="en-US" dirty="0"/>
                    </a:p>
                  </a:txBody>
                  <a:tcPr/>
                </a:tc>
                <a:tc>
                  <a:txBody>
                    <a:bodyPr/>
                    <a:lstStyle/>
                    <a:p>
                      <a:pPr algn="ctr"/>
                      <a:r>
                        <a:rPr lang="en-US" baseline="0" dirty="0" smtClean="0">
                          <a:solidFill>
                            <a:srgbClr val="C00000"/>
                          </a:solidFill>
                        </a:rPr>
                        <a:t>৩ </a:t>
                      </a:r>
                      <a:r>
                        <a:rPr lang="en-US" baseline="0" dirty="0" err="1" smtClean="0">
                          <a:solidFill>
                            <a:srgbClr val="C00000"/>
                          </a:solidFill>
                        </a:rPr>
                        <a:t>ঘন্টা</a:t>
                      </a:r>
                      <a:endParaRPr lang="en-US" dirty="0">
                        <a:solidFill>
                          <a:srgbClr val="C00000"/>
                        </a:solidFill>
                      </a:endParaRPr>
                    </a:p>
                  </a:txBody>
                  <a:tcPr/>
                </a:tc>
              </a:tr>
              <a:tr h="288172">
                <a:tc>
                  <a:txBody>
                    <a:bodyPr/>
                    <a:lstStyle/>
                    <a:p>
                      <a:pPr algn="ctr"/>
                      <a:r>
                        <a:rPr lang="en-US" dirty="0" err="1" smtClean="0"/>
                        <a:t>ক্লাস</a:t>
                      </a:r>
                      <a:r>
                        <a:rPr lang="en-US" dirty="0" smtClean="0"/>
                        <a:t> </a:t>
                      </a:r>
                      <a:r>
                        <a:rPr lang="en-US" dirty="0" err="1" smtClean="0"/>
                        <a:t>শেষ</a:t>
                      </a:r>
                      <a:r>
                        <a:rPr lang="en-US" dirty="0" smtClean="0"/>
                        <a:t> ১৬-০০</a:t>
                      </a:r>
                      <a:endParaRPr lang="en-US" dirty="0"/>
                    </a:p>
                  </a:txBody>
                  <a:tcPr/>
                </a:tc>
                <a:tc>
                  <a:txBody>
                    <a:bodyPr/>
                    <a:lstStyle/>
                    <a:p>
                      <a:pPr algn="ctr"/>
                      <a:r>
                        <a:rPr lang="en-US" dirty="0" err="1" smtClean="0"/>
                        <a:t>বাসা</a:t>
                      </a:r>
                      <a:endParaRPr lang="en-US" dirty="0"/>
                    </a:p>
                  </a:txBody>
                  <a:tcPr/>
                </a:tc>
                <a:tc>
                  <a:txBody>
                    <a:bodyPr/>
                    <a:lstStyle/>
                    <a:p>
                      <a:pPr algn="ctr"/>
                      <a:r>
                        <a:rPr lang="en-US" dirty="0" smtClean="0">
                          <a:solidFill>
                            <a:srgbClr val="C00000"/>
                          </a:solidFill>
                        </a:rPr>
                        <a:t>১-২</a:t>
                      </a:r>
                      <a:r>
                        <a:rPr lang="en-US" baseline="0" dirty="0" smtClean="0">
                          <a:solidFill>
                            <a:srgbClr val="C00000"/>
                          </a:solidFill>
                        </a:rPr>
                        <a:t> </a:t>
                      </a:r>
                      <a:r>
                        <a:rPr lang="en-US" baseline="0" dirty="0" err="1" smtClean="0">
                          <a:solidFill>
                            <a:srgbClr val="C00000"/>
                          </a:solidFill>
                        </a:rPr>
                        <a:t>ঘন্টা</a:t>
                      </a:r>
                      <a:endParaRPr lang="en-US" dirty="0">
                        <a:solidFill>
                          <a:srgbClr val="C00000"/>
                        </a:solidFill>
                      </a:endParaRPr>
                    </a:p>
                  </a:txBody>
                  <a:tcPr/>
                </a:tc>
              </a:tr>
              <a:tr h="288172">
                <a:tc>
                  <a:txBody>
                    <a:bodyPr/>
                    <a:lstStyle/>
                    <a:p>
                      <a:pPr algn="ctr"/>
                      <a:r>
                        <a:rPr lang="en-US" dirty="0" err="1" smtClean="0"/>
                        <a:t>বাসা</a:t>
                      </a:r>
                      <a:endParaRPr lang="en-US" dirty="0"/>
                    </a:p>
                  </a:txBody>
                  <a:tcPr/>
                </a:tc>
                <a:tc>
                  <a:txBody>
                    <a:bodyPr/>
                    <a:lstStyle/>
                    <a:p>
                      <a:pPr algn="ctr"/>
                      <a:r>
                        <a:rPr lang="en-US" dirty="0" err="1" smtClean="0"/>
                        <a:t>ঘুমের</a:t>
                      </a:r>
                      <a:r>
                        <a:rPr lang="en-US" baseline="0" dirty="0" smtClean="0"/>
                        <a:t> </a:t>
                      </a:r>
                      <a:r>
                        <a:rPr lang="en-US" baseline="0" dirty="0" err="1" smtClean="0"/>
                        <a:t>আগে</a:t>
                      </a:r>
                      <a:endParaRPr lang="en-US" dirty="0"/>
                    </a:p>
                  </a:txBody>
                  <a:tcPr/>
                </a:tc>
                <a:tc>
                  <a:txBody>
                    <a:bodyPr/>
                    <a:lstStyle/>
                    <a:p>
                      <a:pPr algn="ctr"/>
                      <a:r>
                        <a:rPr lang="en-US" dirty="0" smtClean="0">
                          <a:solidFill>
                            <a:schemeClr val="accent4">
                              <a:lumMod val="75000"/>
                            </a:schemeClr>
                          </a:solidFill>
                        </a:rPr>
                        <a:t>৬-৭ </a:t>
                      </a:r>
                      <a:r>
                        <a:rPr lang="en-US" dirty="0" err="1" smtClean="0">
                          <a:solidFill>
                            <a:schemeClr val="accent4">
                              <a:lumMod val="75000"/>
                            </a:schemeClr>
                          </a:solidFill>
                        </a:rPr>
                        <a:t>ঘন্টা</a:t>
                      </a:r>
                      <a:endParaRPr lang="en-US" dirty="0">
                        <a:solidFill>
                          <a:schemeClr val="accent4">
                            <a:lumMod val="75000"/>
                          </a:schemeClr>
                        </a:solidFill>
                      </a:endParaRPr>
                    </a:p>
                  </a:txBody>
                  <a:tcPr/>
                </a:tc>
              </a:tr>
              <a:tr h="288172">
                <a:tc>
                  <a:txBody>
                    <a:bodyPr/>
                    <a:lstStyle/>
                    <a:p>
                      <a:endParaRPr lang="en-US" dirty="0"/>
                    </a:p>
                  </a:txBody>
                  <a:tcPr/>
                </a:tc>
                <a:tc>
                  <a:txBody>
                    <a:bodyPr/>
                    <a:lstStyle/>
                    <a:p>
                      <a:endParaRPr lang="en-US" dirty="0"/>
                    </a:p>
                  </a:txBody>
                  <a:tcPr/>
                </a:tc>
                <a:tc>
                  <a:txBody>
                    <a:bodyPr/>
                    <a:lstStyle/>
                    <a:p>
                      <a:pPr algn="ctr"/>
                      <a:r>
                        <a:rPr lang="en-US" dirty="0" smtClean="0">
                          <a:solidFill>
                            <a:schemeClr val="accent6">
                              <a:lumMod val="50000"/>
                            </a:schemeClr>
                          </a:solidFill>
                        </a:rPr>
                        <a:t>১৯ </a:t>
                      </a:r>
                      <a:r>
                        <a:rPr lang="en-US" dirty="0" err="1" smtClean="0">
                          <a:solidFill>
                            <a:schemeClr val="accent6">
                              <a:lumMod val="50000"/>
                            </a:schemeClr>
                          </a:solidFill>
                        </a:rPr>
                        <a:t>ঘন্টা</a:t>
                      </a:r>
                      <a:endParaRPr lang="en-US" dirty="0">
                        <a:solidFill>
                          <a:schemeClr val="accent6">
                            <a:lumMod val="50000"/>
                          </a:schemeClr>
                        </a:solidFill>
                      </a:endParaRPr>
                    </a:p>
                  </a:txBody>
                  <a:tcPr/>
                </a:tc>
              </a:tr>
            </a:tbl>
          </a:graphicData>
        </a:graphic>
      </p:graphicFrame>
      <p:sp>
        <p:nvSpPr>
          <p:cNvPr id="5" name="TextBox 4"/>
          <p:cNvSpPr txBox="1"/>
          <p:nvPr/>
        </p:nvSpPr>
        <p:spPr>
          <a:xfrm>
            <a:off x="1524000" y="4876800"/>
            <a:ext cx="7391400" cy="923330"/>
          </a:xfrm>
          <a:prstGeom prst="rect">
            <a:avLst/>
          </a:prstGeom>
          <a:noFill/>
        </p:spPr>
        <p:txBody>
          <a:bodyPr wrap="square" rtlCol="0">
            <a:spAutoFit/>
          </a:bodyPr>
          <a:lstStyle/>
          <a:p>
            <a:r>
              <a:rPr lang="en-US" dirty="0" err="1" smtClean="0"/>
              <a:t>দিনের</a:t>
            </a:r>
            <a:r>
              <a:rPr lang="en-US" dirty="0" smtClean="0"/>
              <a:t> </a:t>
            </a:r>
            <a:r>
              <a:rPr lang="en-US" dirty="0" err="1" smtClean="0"/>
              <a:t>বেলায়</a:t>
            </a:r>
            <a:r>
              <a:rPr lang="en-US" dirty="0" smtClean="0"/>
              <a:t> </a:t>
            </a:r>
            <a:r>
              <a:rPr lang="en-US" dirty="0" err="1" smtClean="0"/>
              <a:t>সমস্যা</a:t>
            </a:r>
            <a:r>
              <a:rPr lang="en-US" dirty="0" smtClean="0"/>
              <a:t> </a:t>
            </a:r>
            <a:r>
              <a:rPr lang="en-US" dirty="0" err="1" smtClean="0"/>
              <a:t>সমাধান</a:t>
            </a:r>
            <a:r>
              <a:rPr lang="en-US" dirty="0" smtClean="0"/>
              <a:t> </a:t>
            </a:r>
            <a:r>
              <a:rPr lang="en-US" dirty="0" err="1" smtClean="0"/>
              <a:t>হবে</a:t>
            </a:r>
            <a:endParaRPr lang="en-US" dirty="0" smtClean="0"/>
          </a:p>
          <a:p>
            <a:endParaRPr lang="en-US" dirty="0" smtClean="0"/>
          </a:p>
          <a:p>
            <a:r>
              <a:rPr lang="en-US" dirty="0" err="1" smtClean="0"/>
              <a:t>সন্ধ্যার</a:t>
            </a:r>
            <a:r>
              <a:rPr lang="en-US" dirty="0" smtClean="0"/>
              <a:t> </a:t>
            </a:r>
            <a:r>
              <a:rPr lang="en-US" dirty="0" err="1" smtClean="0"/>
              <a:t>পর</a:t>
            </a:r>
            <a:r>
              <a:rPr lang="en-US" dirty="0" smtClean="0"/>
              <a:t> </a:t>
            </a:r>
            <a:r>
              <a:rPr lang="en-US" dirty="0" err="1" smtClean="0"/>
              <a:t>পড়া</a:t>
            </a:r>
            <a:r>
              <a:rPr lang="en-US" dirty="0" smtClean="0"/>
              <a:t> </a:t>
            </a:r>
            <a:r>
              <a:rPr lang="en-US" dirty="0" err="1" smtClean="0"/>
              <a:t>হবে</a:t>
            </a:r>
            <a:r>
              <a:rPr lang="en-US" dirty="0" smtClean="0"/>
              <a:t>। </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সময়</a:t>
            </a:r>
            <a:r>
              <a:rPr lang="en-US" dirty="0" smtClean="0"/>
              <a:t> </a:t>
            </a:r>
            <a:r>
              <a:rPr lang="en-US" dirty="0" err="1" smtClean="0"/>
              <a:t>বন্টন</a:t>
            </a:r>
            <a:r>
              <a:rPr lang="en-US" dirty="0" smtClean="0"/>
              <a:t> – ন-</a:t>
            </a:r>
            <a:r>
              <a:rPr lang="en-US" dirty="0" err="1" smtClean="0"/>
              <a:t>ঢাকা</a:t>
            </a:r>
            <a:endParaRPr lang="en-US" dirty="0"/>
          </a:p>
        </p:txBody>
      </p:sp>
      <p:graphicFrame>
        <p:nvGraphicFramePr>
          <p:cNvPr id="4" name="Content Placeholder 3"/>
          <p:cNvGraphicFramePr>
            <a:graphicFrameLocks noGrp="1"/>
          </p:cNvGraphicFramePr>
          <p:nvPr>
            <p:ph idx="1"/>
          </p:nvPr>
        </p:nvGraphicFramePr>
        <p:xfrm>
          <a:off x="1371599" y="1676400"/>
          <a:ext cx="7620000" cy="1930400"/>
        </p:xfrm>
        <a:graphic>
          <a:graphicData uri="http://schemas.openxmlformats.org/drawingml/2006/table">
            <a:tbl>
              <a:tblPr firstRow="1" bandRow="1">
                <a:tableStyleId>{5C22544A-7EE6-4342-B048-85BDC9FD1C3A}</a:tableStyleId>
              </a:tblPr>
              <a:tblGrid>
                <a:gridCol w="2540000"/>
                <a:gridCol w="2540000"/>
                <a:gridCol w="2540000"/>
              </a:tblGrid>
              <a:tr h="406400">
                <a:tc>
                  <a:txBody>
                    <a:bodyPr/>
                    <a:lstStyle/>
                    <a:p>
                      <a:pPr algn="ctr"/>
                      <a:r>
                        <a:rPr lang="en-US" dirty="0" err="1" smtClean="0"/>
                        <a:t>শুরু</a:t>
                      </a:r>
                      <a:endParaRPr lang="en-US" dirty="0"/>
                    </a:p>
                  </a:txBody>
                  <a:tcPr/>
                </a:tc>
                <a:tc>
                  <a:txBody>
                    <a:bodyPr/>
                    <a:lstStyle/>
                    <a:p>
                      <a:pPr algn="ctr"/>
                      <a:r>
                        <a:rPr lang="en-US" dirty="0" err="1" smtClean="0"/>
                        <a:t>শেষ</a:t>
                      </a:r>
                      <a:endParaRPr lang="en-US" dirty="0"/>
                    </a:p>
                  </a:txBody>
                  <a:tcPr/>
                </a:tc>
                <a:tc>
                  <a:txBody>
                    <a:bodyPr/>
                    <a:lstStyle/>
                    <a:p>
                      <a:pPr algn="ctr"/>
                      <a:r>
                        <a:rPr lang="en-US" dirty="0" err="1" smtClean="0"/>
                        <a:t>ব্যবধান</a:t>
                      </a:r>
                      <a:endParaRPr lang="en-US" dirty="0"/>
                    </a:p>
                  </a:txBody>
                  <a:tcPr/>
                </a:tc>
              </a:tr>
              <a:tr h="406400">
                <a:tc>
                  <a:txBody>
                    <a:bodyPr/>
                    <a:lstStyle/>
                    <a:p>
                      <a:pPr algn="ctr"/>
                      <a:r>
                        <a:rPr lang="en-US" dirty="0" err="1" smtClean="0"/>
                        <a:t>ভোর</a:t>
                      </a:r>
                      <a:r>
                        <a:rPr lang="en-US" baseline="0" dirty="0" smtClean="0"/>
                        <a:t> ০৫-০০</a:t>
                      </a:r>
                      <a:endParaRPr lang="en-US" dirty="0"/>
                    </a:p>
                  </a:txBody>
                  <a:tcPr/>
                </a:tc>
                <a:tc>
                  <a:txBody>
                    <a:bodyPr/>
                    <a:lstStyle/>
                    <a:p>
                      <a:pPr algn="ctr"/>
                      <a:r>
                        <a:rPr lang="en-US" dirty="0" err="1" smtClean="0"/>
                        <a:t>যোহর</a:t>
                      </a:r>
                      <a:r>
                        <a:rPr lang="en-US" dirty="0" smtClean="0"/>
                        <a:t> ১৩-০০</a:t>
                      </a:r>
                      <a:endParaRPr lang="en-US" dirty="0"/>
                    </a:p>
                  </a:txBody>
                  <a:tcPr/>
                </a:tc>
                <a:tc>
                  <a:txBody>
                    <a:bodyPr/>
                    <a:lstStyle/>
                    <a:p>
                      <a:pPr algn="ctr"/>
                      <a:r>
                        <a:rPr lang="en-US" dirty="0" smtClean="0">
                          <a:solidFill>
                            <a:schemeClr val="accent4">
                              <a:lumMod val="75000"/>
                            </a:schemeClr>
                          </a:solidFill>
                        </a:rPr>
                        <a:t>৮</a:t>
                      </a:r>
                      <a:r>
                        <a:rPr lang="en-US" baseline="0" dirty="0" smtClean="0">
                          <a:solidFill>
                            <a:schemeClr val="accent4">
                              <a:lumMod val="75000"/>
                            </a:schemeClr>
                          </a:solidFill>
                        </a:rPr>
                        <a:t> </a:t>
                      </a:r>
                      <a:r>
                        <a:rPr lang="en-US" baseline="0" dirty="0" err="1" smtClean="0">
                          <a:solidFill>
                            <a:schemeClr val="accent4">
                              <a:lumMod val="75000"/>
                            </a:schemeClr>
                          </a:solidFill>
                        </a:rPr>
                        <a:t>ঘন্টা</a:t>
                      </a:r>
                      <a:endParaRPr lang="en-US" dirty="0">
                        <a:solidFill>
                          <a:schemeClr val="accent4">
                            <a:lumMod val="75000"/>
                          </a:schemeClr>
                        </a:solidFill>
                      </a:endParaRPr>
                    </a:p>
                  </a:txBody>
                  <a:tcPr/>
                </a:tc>
              </a:tr>
              <a:tr h="711200">
                <a:tc>
                  <a:txBody>
                    <a:bodyPr/>
                    <a:lstStyle/>
                    <a:p>
                      <a:pPr algn="ctr"/>
                      <a:r>
                        <a:rPr lang="en-US" dirty="0" err="1" smtClean="0"/>
                        <a:t>যোহর</a:t>
                      </a:r>
                      <a:endParaRPr lang="en-US" dirty="0"/>
                    </a:p>
                  </a:txBody>
                  <a:tcPr/>
                </a:tc>
                <a:tc>
                  <a:txBody>
                    <a:bodyPr/>
                    <a:lstStyle/>
                    <a:p>
                      <a:pPr algn="ctr"/>
                      <a:r>
                        <a:rPr lang="en-US" dirty="0" err="1" smtClean="0"/>
                        <a:t>মাগরিব</a:t>
                      </a:r>
                      <a:r>
                        <a:rPr lang="en-US" dirty="0" smtClean="0"/>
                        <a:t> ১৯-০০</a:t>
                      </a:r>
                      <a:endParaRPr lang="en-US" dirty="0"/>
                    </a:p>
                  </a:txBody>
                  <a:tcPr/>
                </a:tc>
                <a:tc>
                  <a:txBody>
                    <a:bodyPr/>
                    <a:lstStyle/>
                    <a:p>
                      <a:pPr algn="ctr"/>
                      <a:r>
                        <a:rPr lang="en-US" dirty="0" smtClean="0">
                          <a:solidFill>
                            <a:srgbClr val="C00000"/>
                          </a:solidFill>
                        </a:rPr>
                        <a:t>৬</a:t>
                      </a:r>
                      <a:r>
                        <a:rPr lang="en-US" baseline="0" dirty="0" smtClean="0">
                          <a:solidFill>
                            <a:srgbClr val="C00000"/>
                          </a:solidFill>
                        </a:rPr>
                        <a:t> </a:t>
                      </a:r>
                      <a:r>
                        <a:rPr lang="en-US" baseline="0" dirty="0" err="1" smtClean="0">
                          <a:solidFill>
                            <a:srgbClr val="C00000"/>
                          </a:solidFill>
                        </a:rPr>
                        <a:t>ঘন্টা</a:t>
                      </a:r>
                      <a:endParaRPr lang="en-US" dirty="0">
                        <a:solidFill>
                          <a:srgbClr val="C00000"/>
                        </a:solidFill>
                      </a:endParaRPr>
                    </a:p>
                  </a:txBody>
                  <a:tcPr/>
                </a:tc>
              </a:tr>
              <a:tr h="406400">
                <a:tc>
                  <a:txBody>
                    <a:bodyPr/>
                    <a:lstStyle/>
                    <a:p>
                      <a:pPr algn="ctr"/>
                      <a:r>
                        <a:rPr lang="en-US" dirty="0" err="1" smtClean="0"/>
                        <a:t>বাসা</a:t>
                      </a:r>
                      <a:endParaRPr lang="en-US" dirty="0"/>
                    </a:p>
                  </a:txBody>
                  <a:tcPr/>
                </a:tc>
                <a:tc>
                  <a:txBody>
                    <a:bodyPr/>
                    <a:lstStyle/>
                    <a:p>
                      <a:pPr algn="ctr"/>
                      <a:r>
                        <a:rPr lang="en-US" dirty="0" err="1" smtClean="0"/>
                        <a:t>ঘুমের</a:t>
                      </a:r>
                      <a:r>
                        <a:rPr lang="en-US" baseline="0" dirty="0" smtClean="0"/>
                        <a:t> </a:t>
                      </a:r>
                      <a:r>
                        <a:rPr lang="en-US" baseline="0" dirty="0" err="1" smtClean="0"/>
                        <a:t>আগে</a:t>
                      </a:r>
                      <a:endParaRPr lang="en-US" dirty="0"/>
                    </a:p>
                  </a:txBody>
                  <a:tcPr/>
                </a:tc>
                <a:tc>
                  <a:txBody>
                    <a:bodyPr/>
                    <a:lstStyle/>
                    <a:p>
                      <a:pPr algn="ctr"/>
                      <a:r>
                        <a:rPr lang="en-US" dirty="0" smtClean="0">
                          <a:solidFill>
                            <a:schemeClr val="accent4">
                              <a:lumMod val="75000"/>
                            </a:schemeClr>
                          </a:solidFill>
                        </a:rPr>
                        <a:t>৫</a:t>
                      </a:r>
                      <a:r>
                        <a:rPr lang="en-US" baseline="0" dirty="0" smtClean="0">
                          <a:solidFill>
                            <a:schemeClr val="accent4">
                              <a:lumMod val="75000"/>
                            </a:schemeClr>
                          </a:solidFill>
                        </a:rPr>
                        <a:t> </a:t>
                      </a:r>
                      <a:r>
                        <a:rPr lang="en-US" baseline="0" dirty="0" err="1" smtClean="0">
                          <a:solidFill>
                            <a:schemeClr val="accent4">
                              <a:lumMod val="75000"/>
                            </a:schemeClr>
                          </a:solidFill>
                        </a:rPr>
                        <a:t>ঘন্টা</a:t>
                      </a:r>
                      <a:endParaRPr lang="en-US" dirty="0">
                        <a:solidFill>
                          <a:schemeClr val="accent4">
                            <a:lumMod val="75000"/>
                          </a:schemeClr>
                        </a:solidFill>
                      </a:endParaRPr>
                    </a:p>
                  </a:txBody>
                  <a:tcPr/>
                </a:tc>
              </a:tr>
            </a:tbl>
          </a:graphicData>
        </a:graphic>
      </p:graphicFrame>
      <p:sp>
        <p:nvSpPr>
          <p:cNvPr id="5" name="TextBox 4"/>
          <p:cNvSpPr txBox="1"/>
          <p:nvPr/>
        </p:nvSpPr>
        <p:spPr>
          <a:xfrm>
            <a:off x="1371600" y="3886200"/>
            <a:ext cx="7620000" cy="923330"/>
          </a:xfrm>
          <a:prstGeom prst="rect">
            <a:avLst/>
          </a:prstGeom>
          <a:noFill/>
        </p:spPr>
        <p:txBody>
          <a:bodyPr wrap="square" rtlCol="0">
            <a:spAutoFit/>
          </a:bodyPr>
          <a:lstStyle/>
          <a:p>
            <a:r>
              <a:rPr lang="en-US" dirty="0" err="1" smtClean="0"/>
              <a:t>সন্ধ্যা</a:t>
            </a:r>
            <a:r>
              <a:rPr lang="en-US" dirty="0" smtClean="0"/>
              <a:t> </a:t>
            </a:r>
            <a:r>
              <a:rPr lang="en-US" dirty="0" err="1" smtClean="0"/>
              <a:t>বেলায়</a:t>
            </a:r>
            <a:r>
              <a:rPr lang="en-US" dirty="0" smtClean="0"/>
              <a:t> </a:t>
            </a:r>
            <a:r>
              <a:rPr lang="en-US" dirty="0" err="1" smtClean="0"/>
              <a:t>সমস্যা</a:t>
            </a:r>
            <a:r>
              <a:rPr lang="en-US" dirty="0" smtClean="0"/>
              <a:t> </a:t>
            </a:r>
            <a:r>
              <a:rPr lang="en-US" dirty="0" err="1" smtClean="0"/>
              <a:t>সমাধান</a:t>
            </a:r>
            <a:r>
              <a:rPr lang="en-US" dirty="0" smtClean="0"/>
              <a:t> </a:t>
            </a:r>
            <a:r>
              <a:rPr lang="en-US" dirty="0" err="1" smtClean="0"/>
              <a:t>হবে</a:t>
            </a:r>
            <a:endParaRPr lang="en-US" dirty="0" smtClean="0"/>
          </a:p>
          <a:p>
            <a:endParaRPr lang="en-US" dirty="0" smtClean="0"/>
          </a:p>
          <a:p>
            <a:r>
              <a:rPr lang="en-US" dirty="0" err="1" smtClean="0"/>
              <a:t>দিনের</a:t>
            </a:r>
            <a:r>
              <a:rPr lang="en-US" dirty="0" smtClean="0"/>
              <a:t> </a:t>
            </a:r>
            <a:r>
              <a:rPr lang="en-US" dirty="0" err="1" smtClean="0"/>
              <a:t>বেলায়</a:t>
            </a:r>
            <a:r>
              <a:rPr lang="en-US" dirty="0" smtClean="0"/>
              <a:t> </a:t>
            </a:r>
            <a:r>
              <a:rPr lang="en-US" dirty="0" err="1" smtClean="0"/>
              <a:t>হবে</a:t>
            </a:r>
            <a:r>
              <a:rPr lang="en-US" dirty="0" smtClean="0"/>
              <a:t> </a:t>
            </a:r>
            <a:r>
              <a:rPr lang="en-US" dirty="0" err="1" smtClean="0"/>
              <a:t>পড়া</a:t>
            </a:r>
            <a:r>
              <a:rPr lang="en-US" dirty="0" smtClean="0"/>
              <a:t>।</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hlinkClick r:id="rId2"/>
              </a:rPr>
              <a:t>হিসাব</a:t>
            </a:r>
            <a:r>
              <a:rPr lang="en-US" dirty="0" smtClean="0">
                <a:hlinkClick r:id="rId2"/>
              </a:rPr>
              <a:t> </a:t>
            </a:r>
            <a:r>
              <a:rPr lang="en-US" dirty="0" err="1" smtClean="0">
                <a:hlinkClick r:id="rId2"/>
              </a:rPr>
              <a:t>রক্ষণ</a:t>
            </a:r>
            <a:r>
              <a:rPr lang="en-US" dirty="0" smtClean="0"/>
              <a:t> </a:t>
            </a:r>
            <a:r>
              <a:rPr lang="en-US" sz="1000" dirty="0" smtClean="0"/>
              <a:t>(</a:t>
            </a:r>
            <a:r>
              <a:rPr lang="en-US" sz="1000" dirty="0" err="1" smtClean="0"/>
              <a:t>ক্লিক</a:t>
            </a:r>
            <a:r>
              <a:rPr lang="en-US" sz="1000" dirty="0" smtClean="0"/>
              <a:t> </a:t>
            </a:r>
            <a:r>
              <a:rPr lang="en-US" sz="1000" dirty="0" err="1" smtClean="0"/>
              <a:t>করুন</a:t>
            </a:r>
            <a:r>
              <a:rPr lang="en-US" sz="1000" dirty="0" smtClean="0"/>
              <a:t>)</a:t>
            </a:r>
            <a:endParaRPr lang="en-US" sz="1000" dirty="0"/>
          </a:p>
        </p:txBody>
      </p:sp>
      <p:sp>
        <p:nvSpPr>
          <p:cNvPr id="3" name="Content Placeholder 2"/>
          <p:cNvSpPr>
            <a:spLocks noGrp="1"/>
          </p:cNvSpPr>
          <p:nvPr>
            <p:ph idx="1"/>
          </p:nvPr>
        </p:nvSpPr>
        <p:spPr/>
        <p:txBody>
          <a:bodyPr>
            <a:normAutofit/>
          </a:bodyPr>
          <a:lstStyle/>
          <a:p>
            <a:r>
              <a:rPr lang="en-US" sz="1600" b="1" dirty="0" err="1" smtClean="0"/>
              <a:t>ট্র্যাকিং</a:t>
            </a:r>
            <a:r>
              <a:rPr lang="en-US" sz="1600" b="1" dirty="0" smtClean="0"/>
              <a:t> </a:t>
            </a:r>
            <a:r>
              <a:rPr lang="en-US" sz="1600" b="1" dirty="0" err="1" smtClean="0"/>
              <a:t>শিটঃ</a:t>
            </a:r>
            <a:r>
              <a:rPr lang="en-US" sz="1600" b="1" dirty="0" smtClean="0"/>
              <a:t> </a:t>
            </a:r>
            <a:r>
              <a:rPr lang="en-US" sz="1600" dirty="0" err="1" smtClean="0"/>
              <a:t>আজকের</a:t>
            </a:r>
            <a:r>
              <a:rPr lang="en-US" sz="1600" dirty="0" smtClean="0"/>
              <a:t> </a:t>
            </a:r>
            <a:r>
              <a:rPr lang="en-US" sz="1600" dirty="0" err="1" smtClean="0"/>
              <a:t>দিনে</a:t>
            </a:r>
            <a:r>
              <a:rPr lang="en-US" sz="1600" dirty="0" smtClean="0"/>
              <a:t> </a:t>
            </a:r>
            <a:r>
              <a:rPr lang="en-US" sz="1600" dirty="0" err="1" smtClean="0"/>
              <a:t>কি</a:t>
            </a:r>
            <a:r>
              <a:rPr lang="en-US" sz="1600" dirty="0" smtClean="0"/>
              <a:t> </a:t>
            </a:r>
            <a:r>
              <a:rPr lang="en-US" sz="1600" dirty="0" err="1" smtClean="0"/>
              <a:t>কি</a:t>
            </a:r>
            <a:r>
              <a:rPr lang="en-US" sz="1600" dirty="0" smtClean="0"/>
              <a:t> </a:t>
            </a:r>
            <a:r>
              <a:rPr lang="en-US" sz="1600" dirty="0" err="1" smtClean="0"/>
              <a:t>কাজ</a:t>
            </a:r>
            <a:r>
              <a:rPr lang="en-US" sz="1600" dirty="0" smtClean="0"/>
              <a:t> </a:t>
            </a:r>
            <a:r>
              <a:rPr lang="en-US" sz="1600" dirty="0" err="1" smtClean="0"/>
              <a:t>হাতে</a:t>
            </a:r>
            <a:r>
              <a:rPr lang="en-US" sz="1600" dirty="0" smtClean="0"/>
              <a:t> </a:t>
            </a:r>
            <a:r>
              <a:rPr lang="en-US" sz="1600" dirty="0" err="1" smtClean="0"/>
              <a:t>আছে</a:t>
            </a:r>
            <a:r>
              <a:rPr lang="en-US" sz="1600" dirty="0" smtClean="0"/>
              <a:t> </a:t>
            </a:r>
            <a:r>
              <a:rPr lang="en-US" sz="1600" dirty="0" err="1" smtClean="0"/>
              <a:t>তা</a:t>
            </a:r>
            <a:r>
              <a:rPr lang="en-US" sz="1600" dirty="0" smtClean="0"/>
              <a:t> </a:t>
            </a:r>
            <a:r>
              <a:rPr lang="en-US" sz="1600" dirty="0" err="1" smtClean="0"/>
              <a:t>প্রথম</a:t>
            </a:r>
            <a:r>
              <a:rPr lang="en-US" sz="1600" dirty="0" smtClean="0"/>
              <a:t> </a:t>
            </a:r>
            <a:r>
              <a:rPr lang="en-US" sz="1600" dirty="0" err="1" smtClean="0"/>
              <a:t>একটা</a:t>
            </a:r>
            <a:r>
              <a:rPr lang="en-US" sz="1600" dirty="0" smtClean="0"/>
              <a:t> </a:t>
            </a:r>
            <a:r>
              <a:rPr lang="en-US" sz="1600" dirty="0" err="1" smtClean="0"/>
              <a:t>কাগজে</a:t>
            </a:r>
            <a:r>
              <a:rPr lang="en-US" sz="1600" dirty="0" smtClean="0"/>
              <a:t> </a:t>
            </a:r>
            <a:r>
              <a:rPr lang="en-US" sz="1600" dirty="0" err="1" smtClean="0"/>
              <a:t>লেখা</a:t>
            </a:r>
            <a:r>
              <a:rPr lang="en-US" sz="1600" dirty="0" smtClean="0"/>
              <a:t> </a:t>
            </a:r>
            <a:r>
              <a:rPr lang="en-US" sz="1600" dirty="0" err="1" smtClean="0"/>
              <a:t>লাগবে</a:t>
            </a:r>
            <a:r>
              <a:rPr lang="en-US" sz="1600" dirty="0" smtClean="0"/>
              <a:t>। </a:t>
            </a:r>
            <a:r>
              <a:rPr lang="en-US" sz="1600" dirty="0" err="1" smtClean="0"/>
              <a:t>কাজ</a:t>
            </a:r>
            <a:r>
              <a:rPr lang="en-US" sz="1600" dirty="0" smtClean="0"/>
              <a:t> </a:t>
            </a:r>
            <a:r>
              <a:rPr lang="en-US" sz="1600" dirty="0" err="1" smtClean="0"/>
              <a:t>সেষে</a:t>
            </a:r>
            <a:r>
              <a:rPr lang="en-US" sz="1600" dirty="0" smtClean="0"/>
              <a:t> </a:t>
            </a:r>
            <a:r>
              <a:rPr lang="en-US" sz="1600" dirty="0" err="1" smtClean="0"/>
              <a:t>কেটে</a:t>
            </a:r>
            <a:r>
              <a:rPr lang="en-US" sz="1600" dirty="0" smtClean="0"/>
              <a:t> </a:t>
            </a:r>
            <a:r>
              <a:rPr lang="en-US" sz="1600" dirty="0" err="1" smtClean="0"/>
              <a:t>দিব</a:t>
            </a:r>
            <a:r>
              <a:rPr lang="en-US" sz="1600" dirty="0" smtClean="0"/>
              <a:t>।</a:t>
            </a:r>
            <a:endParaRPr lang="en-US" sz="1600" dirty="0" smtClean="0"/>
          </a:p>
          <a:p>
            <a:r>
              <a:rPr lang="en-US" sz="1600" b="1" dirty="0" err="1" smtClean="0"/>
              <a:t>সাপ্তাহিক</a:t>
            </a:r>
            <a:r>
              <a:rPr lang="en-US" sz="1600" b="1" dirty="0" smtClean="0"/>
              <a:t> </a:t>
            </a:r>
            <a:r>
              <a:rPr lang="en-US" sz="1600" b="1" dirty="0" err="1" smtClean="0"/>
              <a:t>টু-ডু</a:t>
            </a:r>
            <a:r>
              <a:rPr lang="en-US" sz="1600" b="1" dirty="0" smtClean="0"/>
              <a:t> </a:t>
            </a:r>
            <a:r>
              <a:rPr lang="en-US" sz="1600" b="1" dirty="0" err="1" smtClean="0"/>
              <a:t>লিস্টঃ</a:t>
            </a:r>
            <a:r>
              <a:rPr lang="en-US" sz="1600" b="1" dirty="0" smtClean="0"/>
              <a:t> </a:t>
            </a:r>
            <a:r>
              <a:rPr lang="en-US" sz="1600" dirty="0" err="1" smtClean="0"/>
              <a:t>সপ্তাহের</a:t>
            </a:r>
            <a:r>
              <a:rPr lang="en-US" sz="1600" dirty="0" smtClean="0"/>
              <a:t> </a:t>
            </a:r>
            <a:r>
              <a:rPr lang="en-US" sz="1600" dirty="0" err="1" smtClean="0"/>
              <a:t>কোন</a:t>
            </a:r>
            <a:r>
              <a:rPr lang="en-US" sz="1600" dirty="0" smtClean="0"/>
              <a:t> </a:t>
            </a:r>
            <a:r>
              <a:rPr lang="en-US" sz="1600" dirty="0" err="1" smtClean="0"/>
              <a:t>দিনে</a:t>
            </a:r>
            <a:r>
              <a:rPr lang="en-US" sz="1600" dirty="0" smtClean="0"/>
              <a:t> </a:t>
            </a:r>
            <a:r>
              <a:rPr lang="en-US" sz="1600" dirty="0" err="1" smtClean="0"/>
              <a:t>কোন</a:t>
            </a:r>
            <a:r>
              <a:rPr lang="en-US" sz="1600" dirty="0" smtClean="0"/>
              <a:t> </a:t>
            </a:r>
            <a:r>
              <a:rPr lang="en-US" sz="1600" dirty="0" err="1" smtClean="0"/>
              <a:t>কাজগুলো</a:t>
            </a:r>
            <a:r>
              <a:rPr lang="en-US" sz="1600" dirty="0" smtClean="0"/>
              <a:t> </a:t>
            </a:r>
            <a:r>
              <a:rPr lang="en-US" sz="1600" dirty="0" err="1" smtClean="0"/>
              <a:t>দিন</a:t>
            </a:r>
            <a:r>
              <a:rPr lang="en-US" sz="1600" dirty="0" smtClean="0"/>
              <a:t> </a:t>
            </a:r>
            <a:r>
              <a:rPr lang="en-US" sz="1600" dirty="0" err="1" smtClean="0"/>
              <a:t>শেষ</a:t>
            </a:r>
            <a:r>
              <a:rPr lang="en-US" sz="1600" dirty="0" smtClean="0"/>
              <a:t> </a:t>
            </a:r>
            <a:r>
              <a:rPr lang="en-US" sz="1600" dirty="0" err="1" smtClean="0"/>
              <a:t>হবার</a:t>
            </a:r>
            <a:r>
              <a:rPr lang="en-US" sz="1600" dirty="0" smtClean="0"/>
              <a:t> </a:t>
            </a:r>
            <a:r>
              <a:rPr lang="en-US" sz="1600" dirty="0" err="1" smtClean="0"/>
              <a:t>আগেই</a:t>
            </a:r>
            <a:r>
              <a:rPr lang="en-US" sz="1600" dirty="0" smtClean="0"/>
              <a:t> </a:t>
            </a:r>
            <a:r>
              <a:rPr lang="en-US" sz="1600" dirty="0" err="1" smtClean="0"/>
              <a:t>শেষ</a:t>
            </a:r>
            <a:r>
              <a:rPr lang="en-US" sz="1600" dirty="0" smtClean="0"/>
              <a:t> </a:t>
            </a:r>
            <a:r>
              <a:rPr lang="en-US" sz="1600" dirty="0" err="1" smtClean="0"/>
              <a:t>করতে</a:t>
            </a:r>
            <a:r>
              <a:rPr lang="en-US" sz="1600" dirty="0" smtClean="0"/>
              <a:t> </a:t>
            </a:r>
            <a:r>
              <a:rPr lang="en-US" sz="1600" dirty="0" err="1" smtClean="0"/>
              <a:t>হবে</a:t>
            </a:r>
            <a:r>
              <a:rPr lang="en-US" sz="1600" dirty="0" smtClean="0"/>
              <a:t> </a:t>
            </a:r>
            <a:r>
              <a:rPr lang="en-US" sz="1600" dirty="0" err="1" smtClean="0"/>
              <a:t>যেন</a:t>
            </a:r>
            <a:r>
              <a:rPr lang="en-US" sz="1600" dirty="0" smtClean="0"/>
              <a:t> </a:t>
            </a:r>
            <a:r>
              <a:rPr lang="en-US" sz="1600" dirty="0" err="1" smtClean="0"/>
              <a:t>পরবর্তী</a:t>
            </a:r>
            <a:r>
              <a:rPr lang="en-US" sz="1600" dirty="0" smtClean="0"/>
              <a:t> </a:t>
            </a:r>
            <a:r>
              <a:rPr lang="en-US" sz="1600" dirty="0" err="1" smtClean="0"/>
              <a:t>দিন</a:t>
            </a:r>
            <a:r>
              <a:rPr lang="en-US" sz="1600" dirty="0" smtClean="0"/>
              <a:t> </a:t>
            </a:r>
            <a:r>
              <a:rPr lang="en-US" sz="1600" dirty="0" err="1" smtClean="0"/>
              <a:t>কোনো</a:t>
            </a:r>
            <a:r>
              <a:rPr lang="en-US" sz="1600" dirty="0" smtClean="0"/>
              <a:t> </a:t>
            </a:r>
            <a:r>
              <a:rPr lang="en-US" sz="1600" dirty="0" err="1" smtClean="0"/>
              <a:t>আফসোস</a:t>
            </a:r>
            <a:r>
              <a:rPr lang="en-US" sz="1600" dirty="0" smtClean="0"/>
              <a:t> </a:t>
            </a:r>
            <a:r>
              <a:rPr lang="en-US" sz="1600" dirty="0" err="1" smtClean="0"/>
              <a:t>আর</a:t>
            </a:r>
            <a:r>
              <a:rPr lang="en-US" sz="1600" dirty="0" smtClean="0"/>
              <a:t> </a:t>
            </a:r>
            <a:r>
              <a:rPr lang="en-US" sz="1600" dirty="0" err="1" smtClean="0"/>
              <a:t>বাঁধা</a:t>
            </a:r>
            <a:r>
              <a:rPr lang="en-US" sz="1600" dirty="0" smtClean="0"/>
              <a:t> </a:t>
            </a:r>
            <a:r>
              <a:rPr lang="en-US" sz="1600" dirty="0" err="1" smtClean="0"/>
              <a:t>না</a:t>
            </a:r>
            <a:r>
              <a:rPr lang="en-US" sz="1600" dirty="0" smtClean="0"/>
              <a:t> </a:t>
            </a:r>
            <a:r>
              <a:rPr lang="en-US" sz="1600" dirty="0" err="1" smtClean="0"/>
              <a:t>থাকে</a:t>
            </a:r>
            <a:r>
              <a:rPr lang="en-US" sz="1600" dirty="0" smtClean="0"/>
              <a:t>।</a:t>
            </a:r>
          </a:p>
          <a:p>
            <a:r>
              <a:rPr lang="en-US" sz="1600" b="1" dirty="0" err="1" smtClean="0"/>
              <a:t>সাধারণ</a:t>
            </a:r>
            <a:r>
              <a:rPr lang="en-US" sz="1600" b="1" dirty="0" smtClean="0"/>
              <a:t> </a:t>
            </a:r>
            <a:r>
              <a:rPr lang="en-US" sz="1600" b="1" dirty="0" err="1" smtClean="0"/>
              <a:t>কার্যলিস্টঃ</a:t>
            </a:r>
            <a:r>
              <a:rPr lang="en-US" sz="1600" b="1" dirty="0" smtClean="0"/>
              <a:t> </a:t>
            </a:r>
            <a:r>
              <a:rPr lang="en-US" sz="1600" dirty="0" err="1" smtClean="0"/>
              <a:t>প্রতিদিন</a:t>
            </a:r>
            <a:r>
              <a:rPr lang="en-US" sz="1600" dirty="0" smtClean="0"/>
              <a:t> </a:t>
            </a:r>
            <a:r>
              <a:rPr lang="en-US" sz="1600" dirty="0" err="1" smtClean="0"/>
              <a:t>কি</a:t>
            </a:r>
            <a:r>
              <a:rPr lang="en-US" sz="1600" dirty="0" smtClean="0"/>
              <a:t> </a:t>
            </a:r>
            <a:r>
              <a:rPr lang="en-US" sz="1600" dirty="0" err="1" smtClean="0"/>
              <a:t>কি</a:t>
            </a:r>
            <a:r>
              <a:rPr lang="en-US" sz="1600" dirty="0" smtClean="0"/>
              <a:t> </a:t>
            </a:r>
            <a:r>
              <a:rPr lang="en-US" sz="1600" dirty="0" err="1" smtClean="0"/>
              <a:t>কাজ</a:t>
            </a:r>
            <a:r>
              <a:rPr lang="en-US" sz="1600" dirty="0" smtClean="0"/>
              <a:t> </a:t>
            </a:r>
            <a:r>
              <a:rPr lang="en-US" sz="1600" dirty="0" err="1" smtClean="0"/>
              <a:t>করা</a:t>
            </a:r>
            <a:r>
              <a:rPr lang="en-US" sz="1600" dirty="0" smtClean="0"/>
              <a:t> </a:t>
            </a:r>
            <a:r>
              <a:rPr lang="en-US" sz="1600" dirty="0" err="1" smtClean="0"/>
              <a:t>লাগে</a:t>
            </a:r>
            <a:r>
              <a:rPr lang="en-US" sz="1600" dirty="0" smtClean="0"/>
              <a:t> </a:t>
            </a:r>
            <a:r>
              <a:rPr lang="en-US" sz="1600" dirty="0" err="1" smtClean="0"/>
              <a:t>তার</a:t>
            </a:r>
            <a:r>
              <a:rPr lang="en-US" sz="1600" dirty="0" smtClean="0"/>
              <a:t> </a:t>
            </a:r>
            <a:r>
              <a:rPr lang="en-US" sz="1600" dirty="0" err="1" smtClean="0"/>
              <a:t>একটা</a:t>
            </a:r>
            <a:r>
              <a:rPr lang="en-US" sz="1600" dirty="0" smtClean="0"/>
              <a:t> </a:t>
            </a:r>
            <a:r>
              <a:rPr lang="en-US" sz="1600" dirty="0" err="1" smtClean="0"/>
              <a:t>লিস্ট</a:t>
            </a:r>
            <a:r>
              <a:rPr lang="en-US" sz="1600" dirty="0" smtClean="0"/>
              <a:t> </a:t>
            </a:r>
            <a:r>
              <a:rPr lang="en-US" sz="1600" dirty="0" err="1" smtClean="0"/>
              <a:t>যাতে</a:t>
            </a:r>
            <a:r>
              <a:rPr lang="en-US" sz="1600" dirty="0" smtClean="0"/>
              <a:t> </a:t>
            </a:r>
            <a:r>
              <a:rPr lang="en-US" sz="1600" dirty="0" err="1" smtClean="0"/>
              <a:t>কিছু</a:t>
            </a:r>
            <a:r>
              <a:rPr lang="en-US" sz="1600" dirty="0" smtClean="0"/>
              <a:t> </a:t>
            </a:r>
            <a:r>
              <a:rPr lang="en-US" sz="1600" dirty="0" err="1" smtClean="0"/>
              <a:t>স্বাভাবিক</a:t>
            </a:r>
            <a:r>
              <a:rPr lang="en-US" sz="1600" dirty="0" smtClean="0"/>
              <a:t> </a:t>
            </a:r>
            <a:r>
              <a:rPr lang="en-US" sz="1600" dirty="0" err="1" smtClean="0"/>
              <a:t>কাজ</a:t>
            </a:r>
            <a:r>
              <a:rPr lang="en-US" sz="1600" dirty="0" smtClean="0"/>
              <a:t> </a:t>
            </a:r>
            <a:r>
              <a:rPr lang="en-US" sz="1600" dirty="0" err="1" smtClean="0"/>
              <a:t>ভুলে</a:t>
            </a:r>
            <a:r>
              <a:rPr lang="en-US" sz="1600" dirty="0" smtClean="0"/>
              <a:t> </a:t>
            </a:r>
            <a:r>
              <a:rPr lang="en-US" sz="1600" dirty="0" err="1" smtClean="0"/>
              <a:t>না</a:t>
            </a:r>
            <a:r>
              <a:rPr lang="en-US" sz="1600" dirty="0" smtClean="0"/>
              <a:t> </a:t>
            </a:r>
            <a:r>
              <a:rPr lang="en-US" sz="1600" dirty="0" err="1" smtClean="0"/>
              <a:t>যাই</a:t>
            </a:r>
            <a:r>
              <a:rPr lang="en-US" sz="1600" dirty="0" smtClean="0"/>
              <a:t>। </a:t>
            </a:r>
            <a:r>
              <a:rPr lang="en-US" sz="1600" dirty="0" err="1" smtClean="0"/>
              <a:t>যেমনঃ</a:t>
            </a:r>
            <a:r>
              <a:rPr lang="en-US" sz="1600" dirty="0" smtClean="0"/>
              <a:t> </a:t>
            </a:r>
            <a:r>
              <a:rPr lang="en-US" sz="1600" dirty="0" err="1" smtClean="0"/>
              <a:t>দাঁত</a:t>
            </a:r>
            <a:r>
              <a:rPr lang="en-US" sz="1600" dirty="0" smtClean="0"/>
              <a:t> </a:t>
            </a:r>
            <a:r>
              <a:rPr lang="en-US" sz="1600" dirty="0" err="1" smtClean="0"/>
              <a:t>ব্রাশ</a:t>
            </a:r>
            <a:r>
              <a:rPr lang="en-US" sz="1600" dirty="0" smtClean="0"/>
              <a:t> 😞</a:t>
            </a:r>
          </a:p>
          <a:p>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পরিকল্পনা</a:t>
            </a:r>
            <a:r>
              <a:rPr lang="en-US" dirty="0" smtClean="0"/>
              <a:t> ২ - </a:t>
            </a:r>
            <a:r>
              <a:rPr lang="en-US" dirty="0" err="1" smtClean="0"/>
              <a:t>গণিত</a:t>
            </a:r>
            <a:endParaRPr lang="en-US" dirty="0"/>
          </a:p>
        </p:txBody>
      </p:sp>
      <p:sp>
        <p:nvSpPr>
          <p:cNvPr id="3" name="Content Placeholder 2"/>
          <p:cNvSpPr>
            <a:spLocks noGrp="1"/>
          </p:cNvSpPr>
          <p:nvPr>
            <p:ph idx="1"/>
          </p:nvPr>
        </p:nvSpPr>
        <p:spPr/>
        <p:txBody>
          <a:bodyPr>
            <a:normAutofit/>
          </a:bodyPr>
          <a:lstStyle/>
          <a:p>
            <a:r>
              <a:rPr lang="en-US" sz="1600" dirty="0" err="1" smtClean="0"/>
              <a:t>একজন</a:t>
            </a:r>
            <a:r>
              <a:rPr lang="en-US" sz="1600" dirty="0" smtClean="0"/>
              <a:t> </a:t>
            </a:r>
            <a:r>
              <a:rPr lang="en-US" sz="1600" dirty="0" err="1" smtClean="0"/>
              <a:t>স্যার</a:t>
            </a:r>
            <a:r>
              <a:rPr lang="en-US" sz="1600" dirty="0" smtClean="0"/>
              <a:t> </a:t>
            </a:r>
            <a:r>
              <a:rPr lang="en-US" sz="1600" dirty="0" err="1" smtClean="0"/>
              <a:t>আছেন</a:t>
            </a:r>
            <a:r>
              <a:rPr lang="en-US" sz="1600" dirty="0" smtClean="0"/>
              <a:t> – </a:t>
            </a:r>
            <a:r>
              <a:rPr lang="en-US" sz="1600" dirty="0" err="1" smtClean="0"/>
              <a:t>তার</a:t>
            </a:r>
            <a:r>
              <a:rPr lang="en-US" sz="1600" dirty="0" smtClean="0"/>
              <a:t> </a:t>
            </a:r>
            <a:r>
              <a:rPr lang="en-US" sz="1600" dirty="0" err="1" smtClean="0"/>
              <a:t>কাছে</a:t>
            </a:r>
            <a:r>
              <a:rPr lang="en-US" sz="1600" dirty="0" smtClean="0"/>
              <a:t> </a:t>
            </a:r>
            <a:r>
              <a:rPr lang="en-US" sz="1600" dirty="0" err="1" smtClean="0"/>
              <a:t>যাওয়া</a:t>
            </a:r>
            <a:r>
              <a:rPr lang="en-US" sz="1600" dirty="0" smtClean="0"/>
              <a:t> </a:t>
            </a:r>
            <a:r>
              <a:rPr lang="en-US" sz="1600" dirty="0" err="1" smtClean="0"/>
              <a:t>লাগবে</a:t>
            </a:r>
            <a:r>
              <a:rPr lang="en-US" sz="1600" dirty="0" smtClean="0"/>
              <a:t> </a:t>
            </a:r>
            <a:r>
              <a:rPr lang="en-US" sz="1600" dirty="0" err="1" smtClean="0"/>
              <a:t>প্রতি</a:t>
            </a:r>
            <a:r>
              <a:rPr lang="en-US" sz="1600" dirty="0" smtClean="0"/>
              <a:t> </a:t>
            </a:r>
            <a:r>
              <a:rPr lang="en-US" sz="1600" dirty="0" err="1" smtClean="0"/>
              <a:t>শুক্রবার</a:t>
            </a:r>
            <a:r>
              <a:rPr lang="en-US" sz="1600" dirty="0" smtClean="0"/>
              <a:t>।</a:t>
            </a:r>
          </a:p>
          <a:p>
            <a:r>
              <a:rPr lang="en-US" sz="1600" dirty="0" err="1" smtClean="0"/>
              <a:t>আমার</a:t>
            </a:r>
            <a:r>
              <a:rPr lang="en-US" sz="1600" dirty="0" smtClean="0"/>
              <a:t> </a:t>
            </a:r>
            <a:r>
              <a:rPr lang="en-US" sz="1600" dirty="0" err="1" smtClean="0"/>
              <a:t>নিজের</a:t>
            </a:r>
            <a:r>
              <a:rPr lang="en-US" sz="1600" dirty="0" smtClean="0"/>
              <a:t> </a:t>
            </a:r>
            <a:r>
              <a:rPr lang="en-US" sz="1600" dirty="0" err="1" smtClean="0"/>
              <a:t>বানানো</a:t>
            </a:r>
            <a:r>
              <a:rPr lang="en-US" sz="1600" dirty="0" smtClean="0"/>
              <a:t> </a:t>
            </a:r>
            <a:r>
              <a:rPr lang="en-US" sz="1600" dirty="0" err="1" smtClean="0"/>
              <a:t>টুডু</a:t>
            </a:r>
            <a:r>
              <a:rPr lang="en-US" sz="1600" dirty="0" smtClean="0"/>
              <a:t> </a:t>
            </a:r>
            <a:r>
              <a:rPr lang="en-US" sz="1600" dirty="0" err="1" smtClean="0"/>
              <a:t>লিস্ট</a:t>
            </a:r>
            <a:r>
              <a:rPr lang="en-US" sz="1600" dirty="0" smtClean="0"/>
              <a:t> </a:t>
            </a:r>
            <a:r>
              <a:rPr lang="en-US" sz="1600" dirty="0" err="1" smtClean="0"/>
              <a:t>দেখে</a:t>
            </a:r>
            <a:r>
              <a:rPr lang="en-US" sz="1600" dirty="0" smtClean="0"/>
              <a:t> </a:t>
            </a:r>
            <a:r>
              <a:rPr lang="en-US" sz="1600" dirty="0" err="1" smtClean="0"/>
              <a:t>দিনের</a:t>
            </a:r>
            <a:r>
              <a:rPr lang="en-US" sz="1600" dirty="0" smtClean="0"/>
              <a:t> </a:t>
            </a:r>
            <a:r>
              <a:rPr lang="en-US" sz="1600" dirty="0" err="1" smtClean="0"/>
              <a:t>কাজ</a:t>
            </a:r>
            <a:r>
              <a:rPr lang="en-US" sz="1600" dirty="0" smtClean="0"/>
              <a:t> </a:t>
            </a:r>
            <a:r>
              <a:rPr lang="en-US" sz="1600" dirty="0" err="1" smtClean="0"/>
              <a:t>দিনে</a:t>
            </a:r>
            <a:r>
              <a:rPr lang="en-US" sz="1600" dirty="0" smtClean="0"/>
              <a:t> </a:t>
            </a:r>
            <a:r>
              <a:rPr lang="en-US" sz="1600" dirty="0" err="1" smtClean="0"/>
              <a:t>শেষ</a:t>
            </a:r>
            <a:r>
              <a:rPr lang="en-US" sz="1600" dirty="0" smtClean="0"/>
              <a:t> </a:t>
            </a:r>
            <a:r>
              <a:rPr lang="en-US" sz="1600" dirty="0" err="1" smtClean="0"/>
              <a:t>করা</a:t>
            </a:r>
            <a:r>
              <a:rPr lang="en-US" sz="1600" dirty="0" smtClean="0"/>
              <a:t> </a:t>
            </a:r>
            <a:r>
              <a:rPr lang="en-US" sz="1600" dirty="0" err="1" smtClean="0"/>
              <a:t>লাগবে</a:t>
            </a:r>
            <a:r>
              <a:rPr lang="en-US" sz="1600" dirty="0" smtClean="0"/>
              <a:t>। </a:t>
            </a:r>
            <a:r>
              <a:rPr lang="en-US" sz="1600" dirty="0" err="1" smtClean="0"/>
              <a:t>গণিতের</a:t>
            </a:r>
            <a:r>
              <a:rPr lang="en-US" sz="1600" dirty="0" smtClean="0"/>
              <a:t> </a:t>
            </a:r>
            <a:r>
              <a:rPr lang="en-US" sz="1600" dirty="0" err="1" smtClean="0"/>
              <a:t>বেলায়</a:t>
            </a:r>
            <a:r>
              <a:rPr lang="en-US" sz="1600" dirty="0" smtClean="0"/>
              <a:t> </a:t>
            </a:r>
            <a:r>
              <a:rPr lang="en-US" sz="1600" dirty="0" err="1" smtClean="0"/>
              <a:t>এই</a:t>
            </a:r>
            <a:r>
              <a:rPr lang="en-US" sz="1600" dirty="0" smtClean="0"/>
              <a:t> </a:t>
            </a:r>
            <a:r>
              <a:rPr lang="en-US" sz="1600" dirty="0" err="1" smtClean="0"/>
              <a:t>কাজ</a:t>
            </a:r>
            <a:r>
              <a:rPr lang="en-US" sz="1600" dirty="0" smtClean="0"/>
              <a:t> </a:t>
            </a:r>
            <a:r>
              <a:rPr lang="en-US" sz="1600" dirty="0" err="1" smtClean="0"/>
              <a:t>করাটা</a:t>
            </a:r>
            <a:r>
              <a:rPr lang="en-US" sz="1600" dirty="0" smtClean="0"/>
              <a:t> </a:t>
            </a:r>
            <a:r>
              <a:rPr lang="en-US" sz="1600" dirty="0" err="1" smtClean="0"/>
              <a:t>বাধ্যতামূলক</a:t>
            </a:r>
            <a:r>
              <a:rPr lang="en-US" sz="1600" dirty="0" smtClean="0"/>
              <a:t>।</a:t>
            </a:r>
          </a:p>
          <a:p>
            <a:r>
              <a:rPr lang="en-US" sz="1600" dirty="0" err="1" smtClean="0"/>
              <a:t>বেশি</a:t>
            </a:r>
            <a:r>
              <a:rPr lang="en-US" sz="1600" dirty="0" smtClean="0"/>
              <a:t> </a:t>
            </a:r>
            <a:r>
              <a:rPr lang="en-US" sz="1600" dirty="0" err="1" smtClean="0"/>
              <a:t>বেশি</a:t>
            </a:r>
            <a:r>
              <a:rPr lang="en-US" sz="1600" dirty="0" smtClean="0"/>
              <a:t> </a:t>
            </a:r>
            <a:r>
              <a:rPr lang="en-US" sz="1600" dirty="0" err="1" smtClean="0"/>
              <a:t>ঘড়ি</a:t>
            </a:r>
            <a:r>
              <a:rPr lang="en-US" sz="1600" dirty="0" smtClean="0"/>
              <a:t> </a:t>
            </a:r>
            <a:r>
              <a:rPr lang="en-US" sz="1600" dirty="0" err="1" smtClean="0"/>
              <a:t>ধরে</a:t>
            </a:r>
            <a:r>
              <a:rPr lang="en-US" sz="1600" dirty="0" smtClean="0"/>
              <a:t> </a:t>
            </a:r>
            <a:r>
              <a:rPr lang="en-US" sz="1600" dirty="0" err="1" smtClean="0"/>
              <a:t>করা</a:t>
            </a:r>
            <a:r>
              <a:rPr lang="en-US" sz="1600" dirty="0" smtClean="0"/>
              <a:t> </a:t>
            </a:r>
            <a:r>
              <a:rPr lang="en-US" sz="1600" dirty="0" err="1" smtClean="0"/>
              <a:t>লাগবে</a:t>
            </a:r>
            <a:r>
              <a:rPr lang="en-US" sz="1600" dirty="0" smtClean="0"/>
              <a:t>। Time is of the essence!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পরিকল্পনা</a:t>
            </a:r>
            <a:r>
              <a:rPr lang="en-US" dirty="0" smtClean="0"/>
              <a:t> ৩ - </a:t>
            </a:r>
            <a:r>
              <a:rPr lang="en-US" dirty="0" err="1" smtClean="0"/>
              <a:t>কেমিস্ট্রি</a:t>
            </a:r>
            <a:endParaRPr lang="en-US" dirty="0"/>
          </a:p>
        </p:txBody>
      </p:sp>
      <p:sp>
        <p:nvSpPr>
          <p:cNvPr id="3" name="Content Placeholder 2"/>
          <p:cNvSpPr>
            <a:spLocks noGrp="1"/>
          </p:cNvSpPr>
          <p:nvPr>
            <p:ph idx="1"/>
          </p:nvPr>
        </p:nvSpPr>
        <p:spPr/>
        <p:txBody>
          <a:bodyPr/>
          <a:lstStyle/>
          <a:p>
            <a:r>
              <a:rPr lang="en-US" sz="2000" dirty="0" err="1" smtClean="0"/>
              <a:t>কেমিস্ট্রি</a:t>
            </a:r>
            <a:r>
              <a:rPr lang="en-US" sz="2000" dirty="0" smtClean="0"/>
              <a:t> </a:t>
            </a:r>
            <a:r>
              <a:rPr lang="en-US" sz="2000" dirty="0" err="1" smtClean="0"/>
              <a:t>আর</a:t>
            </a:r>
            <a:r>
              <a:rPr lang="en-US" sz="2000" dirty="0" smtClean="0"/>
              <a:t> </a:t>
            </a:r>
            <a:r>
              <a:rPr lang="en-US" sz="2000" dirty="0" err="1" smtClean="0"/>
              <a:t>গণিত</a:t>
            </a:r>
            <a:r>
              <a:rPr lang="en-US" sz="2000" dirty="0" smtClean="0"/>
              <a:t> </a:t>
            </a:r>
            <a:r>
              <a:rPr lang="en-US" sz="2000" dirty="0" err="1" smtClean="0"/>
              <a:t>একই</a:t>
            </a:r>
            <a:r>
              <a:rPr lang="en-US" sz="2000" dirty="0" smtClean="0"/>
              <a:t> </a:t>
            </a:r>
            <a:r>
              <a:rPr lang="en-US" sz="2000" dirty="0" err="1" smtClean="0"/>
              <a:t>হারে</a:t>
            </a:r>
            <a:r>
              <a:rPr lang="en-US" sz="2000" dirty="0" smtClean="0"/>
              <a:t> </a:t>
            </a:r>
            <a:r>
              <a:rPr lang="en-US" sz="2000" dirty="0" err="1" smtClean="0"/>
              <a:t>চলবে</a:t>
            </a:r>
            <a:r>
              <a:rPr lang="en-US" sz="2000" dirty="0" smtClean="0"/>
              <a:t>। </a:t>
            </a:r>
            <a:r>
              <a:rPr lang="en-US" sz="2000" dirty="0" err="1" smtClean="0"/>
              <a:t>কোনো</a:t>
            </a:r>
            <a:r>
              <a:rPr lang="en-US" sz="2000" dirty="0" smtClean="0"/>
              <a:t> </a:t>
            </a:r>
            <a:r>
              <a:rPr lang="en-US" sz="2000" dirty="0" err="1" smtClean="0"/>
              <a:t>বিস্তারিত</a:t>
            </a:r>
            <a:r>
              <a:rPr lang="en-US" sz="2000" dirty="0" smtClean="0"/>
              <a:t> </a:t>
            </a:r>
            <a:r>
              <a:rPr lang="en-US" sz="2000" dirty="0" err="1" smtClean="0"/>
              <a:t>প্ল্যান</a:t>
            </a:r>
            <a:r>
              <a:rPr lang="en-US" sz="2000" dirty="0" smtClean="0"/>
              <a:t> </a:t>
            </a:r>
            <a:r>
              <a:rPr lang="en-US" sz="2000" dirty="0" err="1" smtClean="0"/>
              <a:t>নেই</a:t>
            </a:r>
            <a:r>
              <a:rPr lang="en-US" sz="2000" dirty="0" smtClean="0"/>
              <a:t>।</a:t>
            </a:r>
          </a:p>
          <a:p>
            <a:pPr lvl="1"/>
            <a:r>
              <a:rPr lang="en-US" sz="1200" dirty="0" err="1" smtClean="0"/>
              <a:t>কেমিস্ট্রিতে</a:t>
            </a:r>
            <a:r>
              <a:rPr lang="en-US" sz="1200" dirty="0" smtClean="0"/>
              <a:t> </a:t>
            </a:r>
            <a:r>
              <a:rPr lang="en-US" sz="1200" dirty="0" err="1" smtClean="0"/>
              <a:t>প্রশ্ন</a:t>
            </a:r>
            <a:r>
              <a:rPr lang="en-US" sz="1200" dirty="0" smtClean="0"/>
              <a:t> </a:t>
            </a:r>
            <a:r>
              <a:rPr lang="en-US" sz="1200" dirty="0" err="1" smtClean="0"/>
              <a:t>ভালো</a:t>
            </a:r>
            <a:r>
              <a:rPr lang="en-US" sz="1200" dirty="0" smtClean="0"/>
              <a:t> </a:t>
            </a:r>
            <a:r>
              <a:rPr lang="en-US" sz="1200" dirty="0" err="1" smtClean="0"/>
              <a:t>ঝামেলা</a:t>
            </a:r>
            <a:r>
              <a:rPr lang="en-US" sz="1200" dirty="0" smtClean="0"/>
              <a:t> </a:t>
            </a:r>
            <a:r>
              <a:rPr lang="en-US" sz="1200" dirty="0" err="1" smtClean="0"/>
              <a:t>হবে</a:t>
            </a:r>
            <a:r>
              <a:rPr lang="en-US" sz="1200" dirty="0" smtClean="0"/>
              <a:t>। </a:t>
            </a:r>
            <a:r>
              <a:rPr lang="en-US" sz="1200" dirty="0" err="1" smtClean="0"/>
              <a:t>কারণ</a:t>
            </a:r>
            <a:r>
              <a:rPr lang="en-US" sz="1200" dirty="0" smtClean="0"/>
              <a:t> </a:t>
            </a:r>
            <a:r>
              <a:rPr lang="en-US" sz="1200" dirty="0" err="1" smtClean="0"/>
              <a:t>সিলেবাস</a:t>
            </a:r>
            <a:r>
              <a:rPr lang="en-US" sz="1200" dirty="0" smtClean="0"/>
              <a:t> </a:t>
            </a:r>
            <a:r>
              <a:rPr lang="en-US" sz="1200" dirty="0" err="1" smtClean="0"/>
              <a:t>প্রশ্ন</a:t>
            </a:r>
            <a:r>
              <a:rPr lang="en-US" sz="1200" dirty="0" smtClean="0"/>
              <a:t> </a:t>
            </a:r>
            <a:r>
              <a:rPr lang="en-US" sz="1200" dirty="0" err="1" smtClean="0"/>
              <a:t>প্যাটার্ণের</a:t>
            </a:r>
            <a:r>
              <a:rPr lang="en-US" sz="1200" dirty="0" smtClean="0"/>
              <a:t> </a:t>
            </a:r>
            <a:r>
              <a:rPr lang="en-US" sz="1200" dirty="0" err="1" smtClean="0"/>
              <a:t>তুলনায়</a:t>
            </a:r>
            <a:r>
              <a:rPr lang="en-US" sz="1200" dirty="0" smtClean="0"/>
              <a:t> </a:t>
            </a:r>
            <a:r>
              <a:rPr lang="en-US" sz="1200" dirty="0" err="1" smtClean="0"/>
              <a:t>বেশ</a:t>
            </a:r>
            <a:r>
              <a:rPr lang="en-US" sz="1200" dirty="0" smtClean="0"/>
              <a:t> </a:t>
            </a:r>
            <a:r>
              <a:rPr lang="en-US" sz="1200" dirty="0" err="1" smtClean="0"/>
              <a:t>বড়</a:t>
            </a:r>
            <a:r>
              <a:rPr lang="en-US" sz="1200" dirty="0" smtClean="0"/>
              <a:t>। </a:t>
            </a:r>
            <a:r>
              <a:rPr lang="en-US" sz="1200" dirty="0" err="1" smtClean="0"/>
              <a:t>বিশেষতঃ</a:t>
            </a:r>
            <a:r>
              <a:rPr lang="en-US" sz="1200" dirty="0" smtClean="0"/>
              <a:t> </a:t>
            </a:r>
            <a:r>
              <a:rPr lang="en-US" sz="1200" dirty="0" err="1" smtClean="0"/>
              <a:t>সেকেন্ড</a:t>
            </a:r>
            <a:r>
              <a:rPr lang="en-US" sz="1200" dirty="0" smtClean="0"/>
              <a:t> </a:t>
            </a:r>
            <a:r>
              <a:rPr lang="en-US" sz="1200" dirty="0" err="1" smtClean="0"/>
              <a:t>পেপারে</a:t>
            </a:r>
            <a:r>
              <a:rPr lang="en-US" sz="1200" dirty="0" smtClean="0"/>
              <a:t>।</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পরিকল্পনা</a:t>
            </a:r>
            <a:r>
              <a:rPr lang="en-US" dirty="0" smtClean="0"/>
              <a:t> ৪ - </a:t>
            </a:r>
            <a:r>
              <a:rPr lang="en-US" dirty="0" err="1" smtClean="0"/>
              <a:t>ফিজিক্স</a:t>
            </a:r>
            <a:endParaRPr lang="en-US" dirty="0"/>
          </a:p>
        </p:txBody>
      </p:sp>
      <p:sp>
        <p:nvSpPr>
          <p:cNvPr id="3" name="Content Placeholder 2"/>
          <p:cNvSpPr>
            <a:spLocks noGrp="1"/>
          </p:cNvSpPr>
          <p:nvPr>
            <p:ph idx="1"/>
          </p:nvPr>
        </p:nvSpPr>
        <p:spPr/>
        <p:txBody>
          <a:bodyPr>
            <a:normAutofit/>
          </a:bodyPr>
          <a:lstStyle/>
          <a:p>
            <a:r>
              <a:rPr lang="en-US" sz="1600" dirty="0" err="1" smtClean="0"/>
              <a:t>ফিজিক্স</a:t>
            </a:r>
            <a:r>
              <a:rPr lang="en-US" sz="1600" dirty="0" smtClean="0"/>
              <a:t> </a:t>
            </a:r>
            <a:r>
              <a:rPr lang="en-US" sz="1600" dirty="0" err="1" smtClean="0"/>
              <a:t>নিয়ে</a:t>
            </a:r>
            <a:r>
              <a:rPr lang="en-US" sz="1600" dirty="0" smtClean="0"/>
              <a:t> </a:t>
            </a:r>
            <a:r>
              <a:rPr lang="en-US" sz="1600" dirty="0" err="1" smtClean="0"/>
              <a:t>আমার</a:t>
            </a:r>
            <a:r>
              <a:rPr lang="en-US" sz="1600" dirty="0" smtClean="0"/>
              <a:t> </a:t>
            </a:r>
            <a:r>
              <a:rPr lang="en-US" sz="1600" dirty="0" err="1" smtClean="0"/>
              <a:t>মোট</a:t>
            </a:r>
            <a:r>
              <a:rPr lang="en-US" sz="1600" dirty="0" smtClean="0"/>
              <a:t> </a:t>
            </a:r>
            <a:r>
              <a:rPr lang="en-US" sz="1600" dirty="0" err="1" smtClean="0"/>
              <a:t>ভয়</a:t>
            </a:r>
            <a:r>
              <a:rPr lang="en-US" sz="1600" dirty="0" smtClean="0"/>
              <a:t> </a:t>
            </a:r>
            <a:r>
              <a:rPr lang="en-US" sz="1600" dirty="0" err="1" smtClean="0"/>
              <a:t>অনেক</a:t>
            </a:r>
            <a:r>
              <a:rPr lang="en-US" sz="1600" dirty="0" smtClean="0"/>
              <a:t> </a:t>
            </a:r>
            <a:r>
              <a:rPr lang="en-US" sz="1600" dirty="0" err="1" smtClean="0"/>
              <a:t>কম</a:t>
            </a:r>
            <a:r>
              <a:rPr lang="en-US" sz="1600" dirty="0" smtClean="0"/>
              <a:t>। </a:t>
            </a:r>
            <a:r>
              <a:rPr lang="en-US" sz="1600" dirty="0" err="1" smtClean="0"/>
              <a:t>যদিও</a:t>
            </a:r>
            <a:r>
              <a:rPr lang="en-US" sz="1600" dirty="0" smtClean="0"/>
              <a:t> </a:t>
            </a:r>
            <a:r>
              <a:rPr lang="en-US" sz="1600" dirty="0" err="1" smtClean="0"/>
              <a:t>দ্বিতীয়</a:t>
            </a:r>
            <a:r>
              <a:rPr lang="en-US" sz="1600" dirty="0" smtClean="0"/>
              <a:t> </a:t>
            </a:r>
            <a:r>
              <a:rPr lang="en-US" sz="1600" dirty="0" err="1" smtClean="0"/>
              <a:t>পত্রে</a:t>
            </a:r>
            <a:r>
              <a:rPr lang="en-US" sz="1600" dirty="0" smtClean="0"/>
              <a:t> </a:t>
            </a:r>
            <a:r>
              <a:rPr lang="en-US" sz="1600" dirty="0" err="1" smtClean="0"/>
              <a:t>তুলনামুলকভাবে</a:t>
            </a:r>
            <a:r>
              <a:rPr lang="en-US" sz="1600" dirty="0" smtClean="0"/>
              <a:t> </a:t>
            </a:r>
            <a:r>
              <a:rPr lang="en-US" sz="1600" dirty="0" err="1" smtClean="0"/>
              <a:t>দূর্বল</a:t>
            </a:r>
            <a:r>
              <a:rPr lang="en-US" sz="1600" dirty="0" smtClean="0"/>
              <a:t> </a:t>
            </a:r>
            <a:r>
              <a:rPr lang="en-US" sz="1600" dirty="0" err="1" smtClean="0"/>
              <a:t>তবে</a:t>
            </a:r>
            <a:r>
              <a:rPr lang="en-US" sz="1600" dirty="0" smtClean="0"/>
              <a:t> </a:t>
            </a:r>
            <a:r>
              <a:rPr lang="en-US" sz="1600" dirty="0" err="1" smtClean="0"/>
              <a:t>যথেষ্ট</a:t>
            </a:r>
            <a:r>
              <a:rPr lang="en-US" sz="1600" dirty="0" smtClean="0"/>
              <a:t> </a:t>
            </a:r>
            <a:r>
              <a:rPr lang="en-US" sz="1600" dirty="0" err="1" smtClean="0"/>
              <a:t>ভালো</a:t>
            </a:r>
            <a:r>
              <a:rPr lang="en-US" sz="1600" dirty="0" smtClean="0"/>
              <a:t>।</a:t>
            </a:r>
          </a:p>
          <a:p>
            <a:r>
              <a:rPr lang="en-US" sz="1600" dirty="0" err="1" smtClean="0"/>
              <a:t>টেস্ট</a:t>
            </a:r>
            <a:r>
              <a:rPr lang="en-US" sz="1600" dirty="0" smtClean="0"/>
              <a:t> </a:t>
            </a:r>
            <a:r>
              <a:rPr lang="en-US" sz="1600" dirty="0" err="1" smtClean="0"/>
              <a:t>পেপারে</a:t>
            </a:r>
            <a:r>
              <a:rPr lang="en-US" sz="1600" dirty="0" smtClean="0"/>
              <a:t> </a:t>
            </a:r>
            <a:r>
              <a:rPr lang="en-US" sz="1600" dirty="0" err="1" smtClean="0"/>
              <a:t>টেকনিক্যাল</a:t>
            </a:r>
            <a:r>
              <a:rPr lang="en-US" sz="1600" dirty="0" smtClean="0"/>
              <a:t> </a:t>
            </a:r>
            <a:r>
              <a:rPr lang="en-US" sz="1600" dirty="0" err="1" smtClean="0"/>
              <a:t>সমস্যা</a:t>
            </a:r>
            <a:r>
              <a:rPr lang="en-US" sz="1600" dirty="0" smtClean="0"/>
              <a:t> </a:t>
            </a:r>
            <a:r>
              <a:rPr lang="en-US" sz="1600" dirty="0" err="1" smtClean="0"/>
              <a:t>ছাড়া</a:t>
            </a:r>
            <a:r>
              <a:rPr lang="en-US" sz="1600" dirty="0" smtClean="0"/>
              <a:t> </a:t>
            </a:r>
            <a:r>
              <a:rPr lang="en-US" sz="1600" dirty="0" err="1" smtClean="0"/>
              <a:t>বেসিক</a:t>
            </a:r>
            <a:r>
              <a:rPr lang="en-US" sz="1600" dirty="0" smtClean="0"/>
              <a:t> </a:t>
            </a:r>
            <a:r>
              <a:rPr lang="en-US" sz="1600" dirty="0" err="1" smtClean="0"/>
              <a:t>কোনো</a:t>
            </a:r>
            <a:r>
              <a:rPr lang="en-US" sz="1600" dirty="0" smtClean="0"/>
              <a:t> </a:t>
            </a:r>
            <a:r>
              <a:rPr lang="en-US" sz="1600" dirty="0" err="1" smtClean="0"/>
              <a:t>সমস্যা</a:t>
            </a:r>
            <a:r>
              <a:rPr lang="en-US" sz="1600" dirty="0" smtClean="0"/>
              <a:t> </a:t>
            </a:r>
            <a:r>
              <a:rPr lang="en-US" sz="1600" dirty="0" err="1" smtClean="0"/>
              <a:t>থাকবে</a:t>
            </a:r>
            <a:r>
              <a:rPr lang="en-US" sz="1600" dirty="0" smtClean="0"/>
              <a:t> </a:t>
            </a:r>
            <a:r>
              <a:rPr lang="en-US" sz="1600" dirty="0" err="1" smtClean="0"/>
              <a:t>না</a:t>
            </a:r>
            <a:r>
              <a:rPr lang="en-US" sz="1600" dirty="0" smtClean="0"/>
              <a:t> </a:t>
            </a:r>
            <a:r>
              <a:rPr lang="en-US" sz="1600" dirty="0" err="1" smtClean="0"/>
              <a:t>তাই</a:t>
            </a:r>
            <a:r>
              <a:rPr lang="en-US" sz="1600" dirty="0" smtClean="0"/>
              <a:t> </a:t>
            </a:r>
            <a:r>
              <a:rPr lang="en-US" sz="1600" dirty="0" err="1" smtClean="0"/>
              <a:t>ফিজিক্স</a:t>
            </a:r>
            <a:r>
              <a:rPr lang="en-US" sz="1600" dirty="0" smtClean="0"/>
              <a:t> </a:t>
            </a:r>
            <a:r>
              <a:rPr lang="en-US" sz="1600" dirty="0" err="1" smtClean="0"/>
              <a:t>আমার</a:t>
            </a:r>
            <a:r>
              <a:rPr lang="en-US" sz="1600" dirty="0" smtClean="0"/>
              <a:t> </a:t>
            </a:r>
            <a:r>
              <a:rPr lang="en-US" sz="1600" dirty="0" err="1" smtClean="0"/>
              <a:t>গুরুত্বের</a:t>
            </a:r>
            <a:r>
              <a:rPr lang="en-US" sz="1600" dirty="0" smtClean="0"/>
              <a:t> </a:t>
            </a:r>
            <a:r>
              <a:rPr lang="en-US" sz="1600" dirty="0" err="1" smtClean="0"/>
              <a:t>লিস্টে</a:t>
            </a:r>
            <a:r>
              <a:rPr lang="en-US" sz="1600" dirty="0" smtClean="0"/>
              <a:t> </a:t>
            </a:r>
            <a:r>
              <a:rPr lang="en-US" sz="1600" dirty="0" err="1" smtClean="0"/>
              <a:t>প্রাথমিকভাবে</a:t>
            </a:r>
            <a:r>
              <a:rPr lang="en-US" sz="1600" dirty="0" smtClean="0"/>
              <a:t> </a:t>
            </a:r>
            <a:r>
              <a:rPr lang="en-US" sz="1600" dirty="0" err="1" smtClean="0"/>
              <a:t>সবার</a:t>
            </a:r>
            <a:r>
              <a:rPr lang="en-US" sz="1600" dirty="0" smtClean="0"/>
              <a:t> </a:t>
            </a:r>
            <a:r>
              <a:rPr lang="en-US" sz="1600" dirty="0" err="1" smtClean="0"/>
              <a:t>নিচে</a:t>
            </a:r>
            <a:r>
              <a:rPr lang="en-US" sz="1600" dirty="0" smtClean="0"/>
              <a:t> </a:t>
            </a:r>
            <a:r>
              <a:rPr lang="en-US" sz="1600" dirty="0" err="1" smtClean="0"/>
              <a:t>থাকবে</a:t>
            </a:r>
            <a:r>
              <a:rPr lang="en-US" sz="1600" dirty="0" smtClean="0"/>
              <a:t>।</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895600"/>
            <a:ext cx="7498080" cy="1143000"/>
          </a:xfrm>
        </p:spPr>
        <p:txBody>
          <a:bodyPr/>
          <a:lstStyle/>
          <a:p>
            <a:pPr algn="ctr"/>
            <a:r>
              <a:rPr lang="en-US" dirty="0" err="1" smtClean="0"/>
              <a:t>শেষ</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269</TotalTime>
  <Words>1843</Words>
  <Application>Microsoft Office PowerPoint</Application>
  <PresentationFormat>On-screen Show (4:3)</PresentationFormat>
  <Paragraphs>249</Paragraphs>
  <Slides>37</Slides>
  <Notes>22</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Solstice</vt:lpstr>
      <vt:lpstr>এইচএসসি মাস্টার প্ল্যান</vt:lpstr>
      <vt:lpstr>সূচি</vt:lpstr>
      <vt:lpstr>ধাপ ১ – কৌশলগত তথ্য (অপারেশনাল ইন্টেলিজেন্স)</vt:lpstr>
      <vt:lpstr>কোনো পরিকল্পনার নকশা আঁকার আগে পরিস্থিতির ফিগার বারবার স্কেচ করা প্রয়োজন পড়ে। এক্ষেত্রে অনেক সময় নিজের বুদ্ধিমত্তার প্রয়োগ করে তথ্যের সাথে তথ্য মিলিয়ে নতুন কিছু দেখা – এটিই ইন্টেলিজেন্স। </vt:lpstr>
      <vt:lpstr>পরিস্থিতি নিয়ে তথ্য</vt:lpstr>
      <vt:lpstr>সিলেবাস</vt:lpstr>
      <vt:lpstr>পরীক্ষার হল</vt:lpstr>
      <vt:lpstr>কলেজ</vt:lpstr>
      <vt:lpstr>রসদ নিয়ে তথ্য</vt:lpstr>
      <vt:lpstr>সময়</vt:lpstr>
      <vt:lpstr>সাহায্য</vt:lpstr>
      <vt:lpstr>ঘুম</vt:lpstr>
      <vt:lpstr>সবকিছুর সম্মিলন</vt:lpstr>
      <vt:lpstr>ধাপ ২ – কৌশল ও সমাধান</vt:lpstr>
      <vt:lpstr>আমাদের কোনো কিছু ঘটাতে গেলে নিজেদের কিছু নিয়ম থাকা লাগবে, যেখানে আমরা ঠিক করবো যে কোন দিকে গুরুত্ব বেশি দেয়া হবে। এই কাজ একমাত্র তখনই সম্ভব যখন কোনো নির্দিষ্ট কাজের প্রত্যেক ধাপ এর জন্য বিশেষ doctrine দাঁড় করাবো। </vt:lpstr>
      <vt:lpstr>বেসিক-টেস্ট পেপার</vt:lpstr>
      <vt:lpstr>্নিজে পড়া-ব্যাচ-কোচিং</vt:lpstr>
      <vt:lpstr>কাজ-রেস্ট</vt:lpstr>
      <vt:lpstr>নিয়ম-অনিয়ম</vt:lpstr>
      <vt:lpstr>ঘুম-কম ঘুম</vt:lpstr>
      <vt:lpstr>অসুস্থ-সুস্থ</vt:lpstr>
      <vt:lpstr>ধাপ ৩ – পরিকল্পনা</vt:lpstr>
      <vt:lpstr>পরিকল্পনা করা শুধুমাত্র লক্ষ্য স্থির করাই না, লক্ষ্যে পৌছানোর জন্য হাতে থাকা রসদ, অস্ত্র আর সময় কোন পদ্ধতিতে এবং কোন কারণে ব্যবহার করা হবে তা নির্ধারণ করাটাও অনেক দরকারি।</vt:lpstr>
      <vt:lpstr>পরিকল্পনার আগে…</vt:lpstr>
      <vt:lpstr>Operation Semper</vt:lpstr>
      <vt:lpstr>ইন্টেল</vt:lpstr>
      <vt:lpstr>ইন্টেল</vt:lpstr>
      <vt:lpstr>ইন্টেল</vt:lpstr>
      <vt:lpstr>লক্ষ্য</vt:lpstr>
      <vt:lpstr>পরিকল্পনা ১ – নভেম্বর ১৫</vt:lpstr>
      <vt:lpstr>সময় বন্টন - ঢাকা</vt:lpstr>
      <vt:lpstr>সময় বন্টন – ন-ঢাকা</vt:lpstr>
      <vt:lpstr>হিসাব রক্ষণ (ক্লিক করুন)</vt:lpstr>
      <vt:lpstr>পরিকল্পনা ২ - গণিত</vt:lpstr>
      <vt:lpstr>পরিকল্পনা ৩ - কেমিস্ট্রি</vt:lpstr>
      <vt:lpstr>পরিকল্পনা ৪ - ফিজিক্স</vt:lpstr>
      <vt:lpstr>শেষ</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এইচএসসি মাস্টার প্ল্যান</dc:title>
  <dc:creator>Al Razi</dc:creator>
  <dc:description>All Rights Reserved</dc:description>
  <cp:lastModifiedBy>TOHA</cp:lastModifiedBy>
  <cp:revision>165</cp:revision>
  <dcterms:created xsi:type="dcterms:W3CDTF">2021-09-11T19:36:28Z</dcterms:created>
  <dcterms:modified xsi:type="dcterms:W3CDTF">2021-09-12T13:16:50Z</dcterms:modified>
  <cp:contentStatus>Complete</cp:contentStatus>
</cp:coreProperties>
</file>